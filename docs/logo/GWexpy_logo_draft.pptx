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3705"/>
    <a:srgbClr val="6E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27CCDC-9F6C-4A84-B745-2AE266A840A8}" v="72" dt="2026-04-20T05:52:45.5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3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tsuki Washimi" userId="e2da01e3-2588-46ad-8085-ba913906ae8a" providerId="ADAL" clId="{B8135FA6-0801-4340-AC32-4DDC2DA4B600}"/>
    <pc:docChg chg="undo custSel addSld delSld modSld">
      <pc:chgData name="Tatsuki Washimi" userId="e2da01e3-2588-46ad-8085-ba913906ae8a" providerId="ADAL" clId="{B8135FA6-0801-4340-AC32-4DDC2DA4B600}" dt="2026-04-20T05:53:16.720" v="1244" actId="692"/>
      <pc:docMkLst>
        <pc:docMk/>
      </pc:docMkLst>
      <pc:sldChg chg="addSp delSp modSp new mod">
        <pc:chgData name="Tatsuki Washimi" userId="e2da01e3-2588-46ad-8085-ba913906ae8a" providerId="ADAL" clId="{B8135FA6-0801-4340-AC32-4DDC2DA4B600}" dt="2026-04-20T03:34:32.721" v="73" actId="1076"/>
        <pc:sldMkLst>
          <pc:docMk/>
          <pc:sldMk cId="317592592" sldId="256"/>
        </pc:sldMkLst>
        <pc:spChg chg="add mod">
          <ac:chgData name="Tatsuki Washimi" userId="e2da01e3-2588-46ad-8085-ba913906ae8a" providerId="ADAL" clId="{B8135FA6-0801-4340-AC32-4DDC2DA4B600}" dt="2026-04-20T03:34:32.721" v="73" actId="1076"/>
          <ac:spMkLst>
            <pc:docMk/>
            <pc:sldMk cId="317592592" sldId="256"/>
            <ac:spMk id="3" creationId="{14D4FA58-5380-ABCB-B70E-2C58D445F4D6}"/>
          </ac:spMkLst>
        </pc:spChg>
        <pc:picChg chg="add del mod">
          <ac:chgData name="Tatsuki Washimi" userId="e2da01e3-2588-46ad-8085-ba913906ae8a" providerId="ADAL" clId="{B8135FA6-0801-4340-AC32-4DDC2DA4B600}" dt="2026-04-20T03:34:27.167" v="72" actId="478"/>
          <ac:picMkLst>
            <pc:docMk/>
            <pc:sldMk cId="317592592" sldId="256"/>
            <ac:picMk id="2" creationId="{C3863757-BFC0-022D-C8E8-1971526A50F7}"/>
          </ac:picMkLst>
        </pc:picChg>
        <pc:picChg chg="add mod">
          <ac:chgData name="Tatsuki Washimi" userId="e2da01e3-2588-46ad-8085-ba913906ae8a" providerId="ADAL" clId="{B8135FA6-0801-4340-AC32-4DDC2DA4B600}" dt="2026-04-20T03:24:38.695" v="3" actId="1076"/>
          <ac:picMkLst>
            <pc:docMk/>
            <pc:sldMk cId="317592592" sldId="256"/>
            <ac:picMk id="1026" creationId="{3DADFD2B-1590-2F58-97E8-C34331F2B255}"/>
          </ac:picMkLst>
        </pc:picChg>
      </pc:sldChg>
      <pc:sldChg chg="addSp modSp new del mod">
        <pc:chgData name="Tatsuki Washimi" userId="e2da01e3-2588-46ad-8085-ba913906ae8a" providerId="ADAL" clId="{B8135FA6-0801-4340-AC32-4DDC2DA4B600}" dt="2026-04-20T03:34:38.766" v="75" actId="47"/>
        <pc:sldMkLst>
          <pc:docMk/>
          <pc:sldMk cId="1728025640" sldId="257"/>
        </pc:sldMkLst>
        <pc:spChg chg="add mod">
          <ac:chgData name="Tatsuki Washimi" userId="e2da01e3-2588-46ad-8085-ba913906ae8a" providerId="ADAL" clId="{B8135FA6-0801-4340-AC32-4DDC2DA4B600}" dt="2026-04-20T03:32:55.581" v="22" actId="1076"/>
          <ac:spMkLst>
            <pc:docMk/>
            <pc:sldMk cId="1728025640" sldId="257"/>
            <ac:spMk id="2" creationId="{B6C37F33-BFB2-6369-3D57-F3F0F522EE8C}"/>
          </ac:spMkLst>
        </pc:spChg>
      </pc:sldChg>
      <pc:sldChg chg="addSp delSp modSp add mod">
        <pc:chgData name="Tatsuki Washimi" userId="e2da01e3-2588-46ad-8085-ba913906ae8a" providerId="ADAL" clId="{B8135FA6-0801-4340-AC32-4DDC2DA4B600}" dt="2026-04-20T05:24:42.263" v="1002" actId="1036"/>
        <pc:sldMkLst>
          <pc:docMk/>
          <pc:sldMk cId="2139211150" sldId="258"/>
        </pc:sldMkLst>
        <pc:spChg chg="add mod">
          <ac:chgData name="Tatsuki Washimi" userId="e2da01e3-2588-46ad-8085-ba913906ae8a" providerId="ADAL" clId="{B8135FA6-0801-4340-AC32-4DDC2DA4B600}" dt="2026-04-20T05:24:42.263" v="1002" actId="1036"/>
          <ac:spMkLst>
            <pc:docMk/>
            <pc:sldMk cId="2139211150" sldId="258"/>
            <ac:spMk id="2" creationId="{F16DB035-D319-AC3E-CF2B-B734138F2707}"/>
          </ac:spMkLst>
        </pc:spChg>
        <pc:spChg chg="del mod">
          <ac:chgData name="Tatsuki Washimi" userId="e2da01e3-2588-46ad-8085-ba913906ae8a" providerId="ADAL" clId="{B8135FA6-0801-4340-AC32-4DDC2DA4B600}" dt="2026-04-20T05:22:40.479" v="927" actId="478"/>
          <ac:spMkLst>
            <pc:docMk/>
            <pc:sldMk cId="2139211150" sldId="258"/>
            <ac:spMk id="3" creationId="{38724A91-B196-59D1-1345-2858A2D4DFFA}"/>
          </ac:spMkLst>
        </pc:spChg>
      </pc:sldChg>
      <pc:sldChg chg="addSp delSp modSp add mod">
        <pc:chgData name="Tatsuki Washimi" userId="e2da01e3-2588-46ad-8085-ba913906ae8a" providerId="ADAL" clId="{B8135FA6-0801-4340-AC32-4DDC2DA4B600}" dt="2026-04-20T05:28:19.226" v="1006" actId="1076"/>
        <pc:sldMkLst>
          <pc:docMk/>
          <pc:sldMk cId="694713579" sldId="259"/>
        </pc:sldMkLst>
        <pc:spChg chg="add mod ord">
          <ac:chgData name="Tatsuki Washimi" userId="e2da01e3-2588-46ad-8085-ba913906ae8a" providerId="ADAL" clId="{B8135FA6-0801-4340-AC32-4DDC2DA4B600}" dt="2026-04-20T04:18:26.206" v="908" actId="1035"/>
          <ac:spMkLst>
            <pc:docMk/>
            <pc:sldMk cId="694713579" sldId="259"/>
            <ac:spMk id="2" creationId="{76D82392-BF31-4236-B7D6-A62427EB0F72}"/>
          </ac:spMkLst>
        </pc:spChg>
        <pc:spChg chg="mod ord">
          <ac:chgData name="Tatsuki Washimi" userId="e2da01e3-2588-46ad-8085-ba913906ae8a" providerId="ADAL" clId="{B8135FA6-0801-4340-AC32-4DDC2DA4B600}" dt="2026-04-20T05:28:19.226" v="1006" actId="1076"/>
          <ac:spMkLst>
            <pc:docMk/>
            <pc:sldMk cId="694713579" sldId="259"/>
            <ac:spMk id="3" creationId="{00EFE5F5-85F5-212F-26C6-B649D31A5D48}"/>
          </ac:spMkLst>
        </pc:spChg>
        <pc:spChg chg="add mod ord">
          <ac:chgData name="Tatsuki Washimi" userId="e2da01e3-2588-46ad-8085-ba913906ae8a" providerId="ADAL" clId="{B8135FA6-0801-4340-AC32-4DDC2DA4B600}" dt="2026-04-20T05:20:21.140" v="917" actId="1582"/>
          <ac:spMkLst>
            <pc:docMk/>
            <pc:sldMk cId="694713579" sldId="259"/>
            <ac:spMk id="4" creationId="{C6B9D6BE-018C-C084-A918-08CD7991D6FB}"/>
          </ac:spMkLst>
        </pc:spChg>
        <pc:spChg chg="add del mod">
          <ac:chgData name="Tatsuki Washimi" userId="e2da01e3-2588-46ad-8085-ba913906ae8a" providerId="ADAL" clId="{B8135FA6-0801-4340-AC32-4DDC2DA4B600}" dt="2026-04-20T05:20:21.140" v="917" actId="1582"/>
          <ac:spMkLst>
            <pc:docMk/>
            <pc:sldMk cId="694713579" sldId="259"/>
            <ac:spMk id="5" creationId="{0D1CECD2-147B-62AB-788C-B2C0AEB8AD31}"/>
          </ac:spMkLst>
        </pc:spChg>
        <pc:picChg chg="del mod">
          <ac:chgData name="Tatsuki Washimi" userId="e2da01e3-2588-46ad-8085-ba913906ae8a" providerId="ADAL" clId="{B8135FA6-0801-4340-AC32-4DDC2DA4B600}" dt="2026-04-20T03:41:50.909" v="109" actId="478"/>
          <ac:picMkLst>
            <pc:docMk/>
            <pc:sldMk cId="694713579" sldId="259"/>
            <ac:picMk id="1026" creationId="{834B46CA-CC9F-CAE5-7ACE-CB642BAD1E21}"/>
          </ac:picMkLst>
        </pc:picChg>
      </pc:sldChg>
      <pc:sldChg chg="addSp delSp modSp new del mod">
        <pc:chgData name="Tatsuki Washimi" userId="e2da01e3-2588-46ad-8085-ba913906ae8a" providerId="ADAL" clId="{B8135FA6-0801-4340-AC32-4DDC2DA4B600}" dt="2026-04-20T05:41:35.019" v="1134" actId="47"/>
        <pc:sldMkLst>
          <pc:docMk/>
          <pc:sldMk cId="884489392" sldId="260"/>
        </pc:sldMkLst>
        <pc:picChg chg="add del">
          <ac:chgData name="Tatsuki Washimi" userId="e2da01e3-2588-46ad-8085-ba913906ae8a" providerId="ADAL" clId="{B8135FA6-0801-4340-AC32-4DDC2DA4B600}" dt="2026-04-20T05:25:47.806" v="1005" actId="21"/>
          <ac:picMkLst>
            <pc:docMk/>
            <pc:sldMk cId="884489392" sldId="260"/>
            <ac:picMk id="3" creationId="{A9F275F1-8F8B-FC26-EAE6-F7FE4A48C66D}"/>
          </ac:picMkLst>
        </pc:picChg>
        <pc:picChg chg="add del mod">
          <ac:chgData name="Tatsuki Washimi" userId="e2da01e3-2588-46ad-8085-ba913906ae8a" providerId="ADAL" clId="{B8135FA6-0801-4340-AC32-4DDC2DA4B600}" dt="2026-04-20T05:38:05.112" v="1089" actId="478"/>
          <ac:picMkLst>
            <pc:docMk/>
            <pc:sldMk cId="884489392" sldId="260"/>
            <ac:picMk id="5" creationId="{F0E5F523-F6A5-A370-EC20-6097046EEAA1}"/>
          </ac:picMkLst>
        </pc:picChg>
        <pc:picChg chg="add mod modCrop">
          <ac:chgData name="Tatsuki Washimi" userId="e2da01e3-2588-46ad-8085-ba913906ae8a" providerId="ADAL" clId="{B8135FA6-0801-4340-AC32-4DDC2DA4B600}" dt="2026-04-20T05:38:47.306" v="1102" actId="732"/>
          <ac:picMkLst>
            <pc:docMk/>
            <pc:sldMk cId="884489392" sldId="260"/>
            <ac:picMk id="7" creationId="{3970C2E1-4F42-8994-9D78-8614D8CD6732}"/>
          </ac:picMkLst>
        </pc:picChg>
        <pc:picChg chg="add del mod modCrop">
          <ac:chgData name="Tatsuki Washimi" userId="e2da01e3-2588-46ad-8085-ba913906ae8a" providerId="ADAL" clId="{B8135FA6-0801-4340-AC32-4DDC2DA4B600}" dt="2026-04-20T05:40:06.923" v="1103" actId="478"/>
          <ac:picMkLst>
            <pc:docMk/>
            <pc:sldMk cId="884489392" sldId="260"/>
            <ac:picMk id="9" creationId="{1C5732AF-DDBD-CD33-F9BE-09DC487E7B44}"/>
          </ac:picMkLst>
        </pc:picChg>
      </pc:sldChg>
      <pc:sldChg chg="addSp modSp new del mod">
        <pc:chgData name="Tatsuki Washimi" userId="e2da01e3-2588-46ad-8085-ba913906ae8a" providerId="ADAL" clId="{B8135FA6-0801-4340-AC32-4DDC2DA4B600}" dt="2026-04-20T04:17:52.327" v="868" actId="47"/>
        <pc:sldMkLst>
          <pc:docMk/>
          <pc:sldMk cId="978202140" sldId="260"/>
        </pc:sldMkLst>
        <pc:spChg chg="add">
          <ac:chgData name="Tatsuki Washimi" userId="e2da01e3-2588-46ad-8085-ba913906ae8a" providerId="ADAL" clId="{B8135FA6-0801-4340-AC32-4DDC2DA4B600}" dt="2026-04-20T04:12:52.201" v="404" actId="11529"/>
          <ac:spMkLst>
            <pc:docMk/>
            <pc:sldMk cId="978202140" sldId="260"/>
            <ac:spMk id="2" creationId="{BDBFC1BC-626B-66B3-E60A-DB4D433AD1C4}"/>
          </ac:spMkLst>
        </pc:spChg>
        <pc:picChg chg="add mod">
          <ac:chgData name="Tatsuki Washimi" userId="e2da01e3-2588-46ad-8085-ba913906ae8a" providerId="ADAL" clId="{B8135FA6-0801-4340-AC32-4DDC2DA4B600}" dt="2026-04-20T04:09:43.483" v="403" actId="1036"/>
          <ac:picMkLst>
            <pc:docMk/>
            <pc:sldMk cId="978202140" sldId="260"/>
            <ac:picMk id="2050" creationId="{5324FA0A-4511-0309-DD90-2DD4AD2E2D28}"/>
          </ac:picMkLst>
        </pc:picChg>
      </pc:sldChg>
      <pc:sldChg chg="addSp modSp new del mod">
        <pc:chgData name="Tatsuki Washimi" userId="e2da01e3-2588-46ad-8085-ba913906ae8a" providerId="ADAL" clId="{B8135FA6-0801-4340-AC32-4DDC2DA4B600}" dt="2026-04-20T04:05:33.923" v="384" actId="47"/>
        <pc:sldMkLst>
          <pc:docMk/>
          <pc:sldMk cId="2184106470" sldId="260"/>
        </pc:sldMkLst>
        <pc:spChg chg="add mod">
          <ac:chgData name="Tatsuki Washimi" userId="e2da01e3-2588-46ad-8085-ba913906ae8a" providerId="ADAL" clId="{B8135FA6-0801-4340-AC32-4DDC2DA4B600}" dt="2026-04-20T04:02:53.253" v="212" actId="1076"/>
          <ac:spMkLst>
            <pc:docMk/>
            <pc:sldMk cId="2184106470" sldId="260"/>
            <ac:spMk id="5" creationId="{251DA9B0-415D-18DA-38EB-AD95047D7A20}"/>
          </ac:spMkLst>
        </pc:spChg>
        <pc:picChg chg="add mod modCrop">
          <ac:chgData name="Tatsuki Washimi" userId="e2da01e3-2588-46ad-8085-ba913906ae8a" providerId="ADAL" clId="{B8135FA6-0801-4340-AC32-4DDC2DA4B600}" dt="2026-04-20T04:02:51.310" v="211" actId="1076"/>
          <ac:picMkLst>
            <pc:docMk/>
            <pc:sldMk cId="2184106470" sldId="260"/>
            <ac:picMk id="3" creationId="{0B44C163-B36D-28AA-87A2-C73110CCE533}"/>
          </ac:picMkLst>
        </pc:picChg>
        <pc:picChg chg="add mod modCrop">
          <ac:chgData name="Tatsuki Washimi" userId="e2da01e3-2588-46ad-8085-ba913906ae8a" providerId="ADAL" clId="{B8135FA6-0801-4340-AC32-4DDC2DA4B600}" dt="2026-04-20T03:59:48.842" v="195" actId="1076"/>
          <ac:picMkLst>
            <pc:docMk/>
            <pc:sldMk cId="2184106470" sldId="260"/>
            <ac:picMk id="4" creationId="{879D2962-A2D4-97E2-52A9-5AA5D737BCAC}"/>
          </ac:picMkLst>
        </pc:picChg>
      </pc:sldChg>
      <pc:sldChg chg="addSp modSp add mod">
        <pc:chgData name="Tatsuki Washimi" userId="e2da01e3-2588-46ad-8085-ba913906ae8a" providerId="ADAL" clId="{B8135FA6-0801-4340-AC32-4DDC2DA4B600}" dt="2026-04-20T05:53:16.720" v="1244" actId="692"/>
        <pc:sldMkLst>
          <pc:docMk/>
          <pc:sldMk cId="2463913694" sldId="261"/>
        </pc:sldMkLst>
        <pc:spChg chg="mod">
          <ac:chgData name="Tatsuki Washimi" userId="e2da01e3-2588-46ad-8085-ba913906ae8a" providerId="ADAL" clId="{B8135FA6-0801-4340-AC32-4DDC2DA4B600}" dt="2026-04-20T05:53:16.720" v="1244" actId="692"/>
          <ac:spMkLst>
            <pc:docMk/>
            <pc:sldMk cId="2463913694" sldId="261"/>
            <ac:spMk id="2" creationId="{13563062-8D1E-78FA-71CB-0A217DCB106B}"/>
          </ac:spMkLst>
        </pc:spChg>
        <pc:spChg chg="mod">
          <ac:chgData name="Tatsuki Washimi" userId="e2da01e3-2588-46ad-8085-ba913906ae8a" providerId="ADAL" clId="{B8135FA6-0801-4340-AC32-4DDC2DA4B600}" dt="2026-04-20T05:29:52.027" v="1026" actId="1076"/>
          <ac:spMkLst>
            <pc:docMk/>
            <pc:sldMk cId="2463913694" sldId="261"/>
            <ac:spMk id="3" creationId="{A5DB3B0B-F42C-3A42-F9CB-38D02F9C48E9}"/>
          </ac:spMkLst>
        </pc:spChg>
        <pc:spChg chg="mod">
          <ac:chgData name="Tatsuki Washimi" userId="e2da01e3-2588-46ad-8085-ba913906ae8a" providerId="ADAL" clId="{B8135FA6-0801-4340-AC32-4DDC2DA4B600}" dt="2026-04-20T05:52:45.569" v="1137"/>
          <ac:spMkLst>
            <pc:docMk/>
            <pc:sldMk cId="2463913694" sldId="261"/>
            <ac:spMk id="4" creationId="{3B9098FC-AD51-1247-9AFA-E224AE46271C}"/>
          </ac:spMkLst>
        </pc:spChg>
        <pc:spChg chg="mod">
          <ac:chgData name="Tatsuki Washimi" userId="e2da01e3-2588-46ad-8085-ba913906ae8a" providerId="ADAL" clId="{B8135FA6-0801-4340-AC32-4DDC2DA4B600}" dt="2026-04-20T05:52:58.794" v="1181" actId="692"/>
          <ac:spMkLst>
            <pc:docMk/>
            <pc:sldMk cId="2463913694" sldId="261"/>
            <ac:spMk id="5" creationId="{6C086EBB-E764-4F7C-EF7C-0C49435042C8}"/>
          </ac:spMkLst>
        </pc:spChg>
        <pc:grpChg chg="add mod">
          <ac:chgData name="Tatsuki Washimi" userId="e2da01e3-2588-46ad-8085-ba913906ae8a" providerId="ADAL" clId="{B8135FA6-0801-4340-AC32-4DDC2DA4B600}" dt="2026-04-20T05:52:45.569" v="1137"/>
          <ac:grpSpMkLst>
            <pc:docMk/>
            <pc:sldMk cId="2463913694" sldId="261"/>
            <ac:grpSpMk id="6" creationId="{2D4C9C04-E08B-6363-65C3-44092280B4A5}"/>
          </ac:grpSpMkLst>
        </pc:grpChg>
      </pc:sldChg>
      <pc:sldChg chg="add del">
        <pc:chgData name="Tatsuki Washimi" userId="e2da01e3-2588-46ad-8085-ba913906ae8a" providerId="ADAL" clId="{B8135FA6-0801-4340-AC32-4DDC2DA4B600}" dt="2026-04-20T05:31:00.096" v="1041"/>
        <pc:sldMkLst>
          <pc:docMk/>
          <pc:sldMk cId="1565346172" sldId="262"/>
        </pc:sldMkLst>
      </pc:sldChg>
      <pc:sldChg chg="addSp modSp new mod">
        <pc:chgData name="Tatsuki Washimi" userId="e2da01e3-2588-46ad-8085-ba913906ae8a" providerId="ADAL" clId="{B8135FA6-0801-4340-AC32-4DDC2DA4B600}" dt="2026-04-20T05:40:22.312" v="1133" actId="692"/>
        <pc:sldMkLst>
          <pc:docMk/>
          <pc:sldMk cId="3732698089" sldId="262"/>
        </pc:sldMkLst>
        <pc:spChg chg="add mod">
          <ac:chgData name="Tatsuki Washimi" userId="e2da01e3-2588-46ad-8085-ba913906ae8a" providerId="ADAL" clId="{B8135FA6-0801-4340-AC32-4DDC2DA4B600}" dt="2026-04-20T05:35:25.055" v="1056" actId="1076"/>
          <ac:spMkLst>
            <pc:docMk/>
            <pc:sldMk cId="3732698089" sldId="262"/>
            <ac:spMk id="2" creationId="{D5391CC4-C053-E3C0-340F-6FD360C06485}"/>
          </ac:spMkLst>
        </pc:spChg>
        <pc:spChg chg="add mod">
          <ac:chgData name="Tatsuki Washimi" userId="e2da01e3-2588-46ad-8085-ba913906ae8a" providerId="ADAL" clId="{B8135FA6-0801-4340-AC32-4DDC2DA4B600}" dt="2026-04-20T05:36:07.989" v="1068" actId="1076"/>
          <ac:spMkLst>
            <pc:docMk/>
            <pc:sldMk cId="3732698089" sldId="262"/>
            <ac:spMk id="3" creationId="{416521FE-F2D6-84CC-B83C-B8F7F1F39A48}"/>
          </ac:spMkLst>
        </pc:spChg>
        <pc:spChg chg="add mod">
          <ac:chgData name="Tatsuki Washimi" userId="e2da01e3-2588-46ad-8085-ba913906ae8a" providerId="ADAL" clId="{B8135FA6-0801-4340-AC32-4DDC2DA4B600}" dt="2026-04-20T05:40:22.312" v="1133" actId="692"/>
          <ac:spMkLst>
            <pc:docMk/>
            <pc:sldMk cId="3732698089" sldId="262"/>
            <ac:spMk id="4" creationId="{9B53D752-9AAB-9E13-839B-79B88B4E167F}"/>
          </ac:spMkLst>
        </pc:spChg>
      </pc:sldChg>
      <pc:sldChg chg="add del">
        <pc:chgData name="Tatsuki Washimi" userId="e2da01e3-2588-46ad-8085-ba913906ae8a" providerId="ADAL" clId="{B8135FA6-0801-4340-AC32-4DDC2DA4B600}" dt="2026-04-20T05:31:15.589" v="1045"/>
        <pc:sldMkLst>
          <pc:docMk/>
          <pc:sldMk cId="3979228949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FC5592-C624-9D2E-B872-B2D1746B9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53D3AEA-F6A2-1EC6-B0D7-3DA4991D0A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A2ABAD-B460-AA29-7301-C839D1478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D22F3-B635-444F-9EAE-9CA5D93852BC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076910-BD13-1221-2D24-4383C6AC9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6FC71B-A205-DFBC-5E95-E3E17D21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7F30-AE85-4D6F-ADAB-FAF6DEDD7F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1965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B5E81B-9BA8-D779-FB31-4317F189F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AD5B78-A555-CEE5-D4A8-2C3495533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FBB0D5-F201-5FB0-EAE4-93F3A587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D22F3-B635-444F-9EAE-9CA5D93852BC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CB3B31-3D6C-9BAB-A4C9-E44EF3C8A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53ABE7-90A0-C0A5-9EEF-09E020FC9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7F30-AE85-4D6F-ADAB-FAF6DEDD7F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916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B3BD58-0AC1-F503-D71A-B104192C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A508EF-CC05-430D-60F7-AEE58F88A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3D14D2-3CE4-50F8-EB26-71AF09DE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D22F3-B635-444F-9EAE-9CA5D93852BC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AA74C3-16EE-DCDC-E381-52E98FF95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96534D-9C0A-1E02-8CB0-461F747F7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7F30-AE85-4D6F-ADAB-FAF6DEDD7F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0222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6F3F81-05FB-1A52-425A-A99E10986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188036-ED9C-B0C9-700D-4590FE7A7A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BCDFC33-E2D4-43C5-24BC-74820566D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AB4F54-4E18-A3DC-1341-201778D47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D22F3-B635-444F-9EAE-9CA5D93852BC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595DB82-667E-BC64-961A-0C157695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D82AA1-B3BD-E9C2-89D3-1AD25C7CE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7F30-AE85-4D6F-ADAB-FAF6DEDD7F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738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B9E2B1-E81C-19BD-A7BA-81F09C3F4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9DBA3A-33AF-8DD0-6C3E-8195CE2F8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AB128C9-B702-0919-B684-3EA7CAC63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2CD6557-D608-7394-7B85-C0333C411E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A5CFB73-8B28-48EB-C726-87CBB836D1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7B6300E-0AAF-175B-E902-76E8F3EA8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D22F3-B635-444F-9EAE-9CA5D93852BC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18F05D4-4426-3DE9-745E-D5F802F6D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2423AA4-5E8A-801E-DCDB-B508F655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7F30-AE85-4D6F-ADAB-FAF6DEDD7F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6366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425A31-C387-E115-968C-124B9859E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E48109F-CB5A-A808-5D91-0BB4FFA05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D22F3-B635-444F-9EAE-9CA5D93852BC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ED6C75C-CC67-C587-3425-041DEA28F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12DF3F6-CA3D-30C0-C217-6737C1F6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7F30-AE85-4D6F-ADAB-FAF6DEDD7F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8519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0601DB3-246A-3B10-4588-DB0E460EE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D22F3-B635-444F-9EAE-9CA5D93852BC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5C268EF-8C7B-0B62-8528-4A1B65D4D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E894965-AE62-6C4B-18CF-65B63BA7B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7F30-AE85-4D6F-ADAB-FAF6DEDD7F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0936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CC0BFB-1F47-21B6-A49B-7826D434F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C5823E-1E4A-8D7A-59C6-EED9D4437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D5BAAC-E6B0-B210-2704-A393327BD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EEEF2C-51E8-970E-7719-2EB225452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D22F3-B635-444F-9EAE-9CA5D93852BC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538DC5F-7B4C-2037-11F4-9470A2B63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BB3B0E-73CE-C6D6-C0CF-2D9D57B3D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7F30-AE85-4D6F-ADAB-FAF6DEDD7F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4456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0244EB-750C-3B1E-2954-758C482ED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E6F0780-C0B6-213F-2AEC-1634D7D86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0F08BEE-9D90-0F66-FB7A-53462BA1F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D3615B7-F7FC-F1F3-445D-DDB391E5B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D22F3-B635-444F-9EAE-9CA5D93852BC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6909E4-767A-4946-CBE6-26F24A029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3F74E9-3984-79FD-BE97-487A46B69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7F30-AE85-4D6F-ADAB-FAF6DEDD7F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7860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86DE09-F5FD-D027-4781-B547052CA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550139-AA4F-1353-154E-4E590F990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D38DF1-1A27-8C3F-24BA-DD65306E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D22F3-B635-444F-9EAE-9CA5D93852BC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23C830-262A-EE4C-4927-8E1422C3D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9B894B-D408-B050-055C-E03E4DBC9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7F30-AE85-4D6F-ADAB-FAF6DEDD7F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6856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2071488-8785-418B-F431-E66860365E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C3B0EE-6F40-6434-8FC6-CDBB4A9C2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05E5DD-C37A-8CB8-7622-F9E351F36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D22F3-B635-444F-9EAE-9CA5D93852BC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071505-433F-86C4-30CC-13C86C971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3F6C01-2786-32CB-4969-5A35DA99E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7F30-AE85-4D6F-ADAB-FAF6DEDD7F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8553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8E4B718-C429-8FA8-882F-729216D24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8AAF6D2-0828-0A61-6FB1-ECE0B40AB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DA50E9-442F-C041-5877-63074EDA43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1D22F3-B635-444F-9EAE-9CA5D93852BC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8957BE-763B-07FA-E7F3-AA4593698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F3B482-0AD5-F90D-458A-6C0EBEE9C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687F30-AE85-4D6F-ADAB-FAF6DEDD7F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5487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Wpy logo">
            <a:extLst>
              <a:ext uri="{FF2B5EF4-FFF2-40B4-BE49-F238E27FC236}">
                <a16:creationId xmlns:a16="http://schemas.microsoft.com/office/drawing/2014/main" id="{3DADFD2B-1590-2F58-97E8-C34331F2B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8900"/>
            <a:ext cx="11430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D4FA58-5380-ABCB-B70E-2C58D445F4D6}"/>
              </a:ext>
            </a:extLst>
          </p:cNvPr>
          <p:cNvSpPr txBox="1"/>
          <p:nvPr/>
        </p:nvSpPr>
        <p:spPr>
          <a:xfrm>
            <a:off x="0" y="3091932"/>
            <a:ext cx="7109639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2200" dirty="0" err="1">
                <a:ln>
                  <a:solidFill>
                    <a:schemeClr val="tx1"/>
                  </a:solidFill>
                </a:ln>
                <a:solidFill>
                  <a:srgbClr val="6E6E6E"/>
                </a:solidFill>
                <a:latin typeface="PT mono" panose="02060509020205020204" pitchFamily="49" charset="0"/>
              </a:rPr>
              <a:t>GWpy</a:t>
            </a:r>
            <a:endParaRPr kumimoji="1" lang="ja-JP" altLang="en-US" sz="22200" dirty="0">
              <a:ln>
                <a:solidFill>
                  <a:schemeClr val="tx1"/>
                </a:solidFill>
              </a:ln>
              <a:solidFill>
                <a:srgbClr val="6E6E6E"/>
              </a:solidFill>
              <a:latin typeface="PT mono" panose="02060509020205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92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D4416-CD3C-C11E-202B-2A495A6A4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Wpy logo">
            <a:extLst>
              <a:ext uri="{FF2B5EF4-FFF2-40B4-BE49-F238E27FC236}">
                <a16:creationId xmlns:a16="http://schemas.microsoft.com/office/drawing/2014/main" id="{8B766A1E-6B3B-733E-23AE-EC31E1253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8900"/>
            <a:ext cx="11430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F16DB035-D319-AC3E-CF2B-B734138F2707}"/>
                  </a:ext>
                </a:extLst>
              </p:cNvPr>
              <p:cNvSpPr txBox="1"/>
              <p:nvPr/>
            </p:nvSpPr>
            <p:spPr>
              <a:xfrm>
                <a:off x="145734" y="3124200"/>
                <a:ext cx="10225876" cy="35086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200" dirty="0">
                    <a:ln>
                      <a:solidFill>
                        <a:schemeClr val="tx1"/>
                      </a:solidFill>
                    </a:ln>
                    <a:solidFill>
                      <a:srgbClr val="6E6E6E"/>
                    </a:solidFill>
                    <a:latin typeface="PT mono" panose="02060509020205020204" pitchFamily="49" charset="0"/>
                  </a:rPr>
                  <a:t>GW</a:t>
                </a:r>
                <a14:m>
                  <m:oMath xmlns:m="http://schemas.openxmlformats.org/officeDocument/2006/math">
                    <m:r>
                      <a:rPr kumimoji="1" lang="en-US" altLang="ja-JP" sz="22200" b="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𝑒𝑥</m:t>
                    </m:r>
                  </m:oMath>
                </a14:m>
                <a:r>
                  <a:rPr lang="en-US" altLang="ja-JP" sz="22200" dirty="0" err="1">
                    <a:ln>
                      <a:solidFill>
                        <a:schemeClr val="tx1"/>
                      </a:solidFill>
                    </a:ln>
                    <a:solidFill>
                      <a:srgbClr val="6E6E6E"/>
                    </a:solidFill>
                    <a:latin typeface="PT mono" panose="02060509020205020204" pitchFamily="49" charset="0"/>
                  </a:rPr>
                  <a:t>py</a:t>
                </a:r>
                <a:endParaRPr kumimoji="1" lang="ja-JP" altLang="en-US" sz="22200" dirty="0">
                  <a:ln>
                    <a:solidFill>
                      <a:schemeClr val="tx1"/>
                    </a:solidFill>
                  </a:ln>
                  <a:solidFill>
                    <a:srgbClr val="6E6E6E"/>
                  </a:solidFill>
                  <a:latin typeface="PT mono" panose="02060509020205020204" pitchFamily="49" charset="0"/>
                </a:endParaRPr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F16DB035-D319-AC3E-CF2B-B734138F2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34" y="3124200"/>
                <a:ext cx="10225876" cy="35086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9211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1D774-26AD-DBC6-4F53-DD25F838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0D1CECD2-147B-62AB-788C-B2C0AEB8AD31}"/>
              </a:ext>
            </a:extLst>
          </p:cNvPr>
          <p:cNvSpPr/>
          <p:nvPr/>
        </p:nvSpPr>
        <p:spPr>
          <a:xfrm>
            <a:off x="3285460" y="2222837"/>
            <a:ext cx="7862620" cy="1892892"/>
          </a:xfrm>
          <a:custGeom>
            <a:avLst/>
            <a:gdLst>
              <a:gd name="csX0" fmla="*/ 0 w 12097710"/>
              <a:gd name="csY0" fmla="*/ 1138258 h 2421274"/>
              <a:gd name="csX1" fmla="*/ 1434095 w 12097710"/>
              <a:gd name="csY1" fmla="*/ 1144836 h 2421274"/>
              <a:gd name="csX2" fmla="*/ 2605053 w 12097710"/>
              <a:gd name="csY2" fmla="*/ 1125101 h 2421274"/>
              <a:gd name="csX3" fmla="*/ 3427356 w 12097710"/>
              <a:gd name="csY3" fmla="*/ 1131680 h 2421274"/>
              <a:gd name="csX4" fmla="*/ 3473405 w 12097710"/>
              <a:gd name="csY4" fmla="*/ 1125101 h 2421274"/>
              <a:gd name="csX5" fmla="*/ 3585238 w 12097710"/>
              <a:gd name="csY5" fmla="*/ 1256669 h 2421274"/>
              <a:gd name="csX6" fmla="*/ 3624708 w 12097710"/>
              <a:gd name="csY6" fmla="*/ 1197464 h 2421274"/>
              <a:gd name="csX7" fmla="*/ 3710228 w 12097710"/>
              <a:gd name="csY7" fmla="*/ 1282983 h 2421274"/>
              <a:gd name="csX8" fmla="*/ 3789169 w 12097710"/>
              <a:gd name="csY8" fmla="*/ 1039582 h 2421274"/>
              <a:gd name="csX9" fmla="*/ 3854953 w 12097710"/>
              <a:gd name="csY9" fmla="*/ 1282983 h 2421274"/>
              <a:gd name="csX10" fmla="*/ 3940472 w 12097710"/>
              <a:gd name="csY10" fmla="*/ 1026425 h 2421274"/>
              <a:gd name="csX11" fmla="*/ 4012835 w 12097710"/>
              <a:gd name="csY11" fmla="*/ 1250091 h 2421274"/>
              <a:gd name="csX12" fmla="*/ 4098354 w 12097710"/>
              <a:gd name="csY12" fmla="*/ 1039582 h 2421274"/>
              <a:gd name="csX13" fmla="*/ 4137825 w 12097710"/>
              <a:gd name="csY13" fmla="*/ 1263248 h 2421274"/>
              <a:gd name="csX14" fmla="*/ 4170717 w 12097710"/>
              <a:gd name="csY14" fmla="*/ 1039582 h 2421274"/>
              <a:gd name="csX15" fmla="*/ 4243079 w 12097710"/>
              <a:gd name="csY15" fmla="*/ 1250091 h 2421274"/>
              <a:gd name="csX16" fmla="*/ 4249658 w 12097710"/>
              <a:gd name="csY16" fmla="*/ 1026425 h 2421274"/>
              <a:gd name="csX17" fmla="*/ 4308864 w 12097710"/>
              <a:gd name="csY17" fmla="*/ 1256669 h 2421274"/>
              <a:gd name="csX18" fmla="*/ 4361491 w 12097710"/>
              <a:gd name="csY18" fmla="*/ 1046160 h 2421274"/>
              <a:gd name="csX19" fmla="*/ 4460167 w 12097710"/>
              <a:gd name="csY19" fmla="*/ 1276405 h 2421274"/>
              <a:gd name="csX20" fmla="*/ 4532530 w 12097710"/>
              <a:gd name="csY20" fmla="*/ 954062 h 2421274"/>
              <a:gd name="csX21" fmla="*/ 4598314 w 12097710"/>
              <a:gd name="csY21" fmla="*/ 1296140 h 2421274"/>
              <a:gd name="csX22" fmla="*/ 4657520 w 12097710"/>
              <a:gd name="csY22" fmla="*/ 1006690 h 2421274"/>
              <a:gd name="csX23" fmla="*/ 4703569 w 12097710"/>
              <a:gd name="csY23" fmla="*/ 1289562 h 2421274"/>
              <a:gd name="csX24" fmla="*/ 4723304 w 12097710"/>
              <a:gd name="csY24" fmla="*/ 1019846 h 2421274"/>
              <a:gd name="csX25" fmla="*/ 4802245 w 12097710"/>
              <a:gd name="csY25" fmla="*/ 1289562 h 2421274"/>
              <a:gd name="csX26" fmla="*/ 4854872 w 12097710"/>
              <a:gd name="csY26" fmla="*/ 1046160 h 2421274"/>
              <a:gd name="csX27" fmla="*/ 4940392 w 12097710"/>
              <a:gd name="csY27" fmla="*/ 1276405 h 2421274"/>
              <a:gd name="csX28" fmla="*/ 5006176 w 12097710"/>
              <a:gd name="csY28" fmla="*/ 1026425 h 2421274"/>
              <a:gd name="csX29" fmla="*/ 5098274 w 12097710"/>
              <a:gd name="csY29" fmla="*/ 1256669 h 2421274"/>
              <a:gd name="csX30" fmla="*/ 5144323 w 12097710"/>
              <a:gd name="csY30" fmla="*/ 1026425 h 2421274"/>
              <a:gd name="csX31" fmla="*/ 5223264 w 12097710"/>
              <a:gd name="csY31" fmla="*/ 1250091 h 2421274"/>
              <a:gd name="csX32" fmla="*/ 5249577 w 12097710"/>
              <a:gd name="csY32" fmla="*/ 960641 h 2421274"/>
              <a:gd name="csX33" fmla="*/ 5295626 w 12097710"/>
              <a:gd name="csY33" fmla="*/ 1269826 h 2421274"/>
              <a:gd name="csX34" fmla="*/ 5341675 w 12097710"/>
              <a:gd name="csY34" fmla="*/ 993533 h 2421274"/>
              <a:gd name="csX35" fmla="*/ 5407459 w 12097710"/>
              <a:gd name="csY35" fmla="*/ 1263248 h 2421274"/>
              <a:gd name="csX36" fmla="*/ 5440351 w 12097710"/>
              <a:gd name="csY36" fmla="*/ 875121 h 2421274"/>
              <a:gd name="csX37" fmla="*/ 5499557 w 12097710"/>
              <a:gd name="csY37" fmla="*/ 1243513 h 2421274"/>
              <a:gd name="csX38" fmla="*/ 5565341 w 12097710"/>
              <a:gd name="csY38" fmla="*/ 908013 h 2421274"/>
              <a:gd name="csX39" fmla="*/ 5664018 w 12097710"/>
              <a:gd name="csY39" fmla="*/ 1250091 h 2421274"/>
              <a:gd name="csX40" fmla="*/ 5710066 w 12097710"/>
              <a:gd name="csY40" fmla="*/ 1000111 h 2421274"/>
              <a:gd name="csX41" fmla="*/ 5828478 w 12097710"/>
              <a:gd name="csY41" fmla="*/ 2276324 h 2421274"/>
              <a:gd name="csX42" fmla="*/ 5854792 w 12097710"/>
              <a:gd name="csY42" fmla="*/ 177809 h 2421274"/>
              <a:gd name="csX43" fmla="*/ 5913997 w 12097710"/>
              <a:gd name="csY43" fmla="*/ 2315795 h 2421274"/>
              <a:gd name="csX44" fmla="*/ 5986360 w 12097710"/>
              <a:gd name="csY44" fmla="*/ 289642 h 2421274"/>
              <a:gd name="csX45" fmla="*/ 6025830 w 12097710"/>
              <a:gd name="csY45" fmla="*/ 2276324 h 2421274"/>
              <a:gd name="csX46" fmla="*/ 6091615 w 12097710"/>
              <a:gd name="csY46" fmla="*/ 192 h 2421274"/>
              <a:gd name="csX47" fmla="*/ 6144242 w 12097710"/>
              <a:gd name="csY47" fmla="*/ 2421049 h 2421274"/>
              <a:gd name="csX48" fmla="*/ 6170556 w 12097710"/>
              <a:gd name="csY48" fmla="*/ 158074 h 2421274"/>
              <a:gd name="csX49" fmla="*/ 6229761 w 12097710"/>
              <a:gd name="csY49" fmla="*/ 2394736 h 2421274"/>
              <a:gd name="csX50" fmla="*/ 6282389 w 12097710"/>
              <a:gd name="csY50" fmla="*/ 408054 h 2421274"/>
              <a:gd name="csX51" fmla="*/ 6341594 w 12097710"/>
              <a:gd name="csY51" fmla="*/ 2236854 h 2421274"/>
              <a:gd name="csX52" fmla="*/ 6407379 w 12097710"/>
              <a:gd name="csY52" fmla="*/ 934327 h 2421274"/>
              <a:gd name="csX53" fmla="*/ 6440271 w 12097710"/>
              <a:gd name="csY53" fmla="*/ 1894776 h 2421274"/>
              <a:gd name="csX54" fmla="*/ 6499477 w 12097710"/>
              <a:gd name="csY54" fmla="*/ 822494 h 2421274"/>
              <a:gd name="csX55" fmla="*/ 6532369 w 12097710"/>
              <a:gd name="csY55" fmla="*/ 1914511 h 2421274"/>
              <a:gd name="csX56" fmla="*/ 6578418 w 12097710"/>
              <a:gd name="csY56" fmla="*/ 408054 h 2421274"/>
              <a:gd name="csX57" fmla="*/ 6677094 w 12097710"/>
              <a:gd name="csY57" fmla="*/ 2164491 h 2421274"/>
              <a:gd name="csX58" fmla="*/ 6683672 w 12097710"/>
              <a:gd name="csY58" fmla="*/ 427789 h 2421274"/>
              <a:gd name="csX59" fmla="*/ 6749456 w 12097710"/>
              <a:gd name="csY59" fmla="*/ 1460600 h 2421274"/>
              <a:gd name="csX60" fmla="*/ 6762613 w 12097710"/>
              <a:gd name="csY60" fmla="*/ 269907 h 2421274"/>
              <a:gd name="csX61" fmla="*/ 6828397 w 12097710"/>
              <a:gd name="csY61" fmla="*/ 2388157 h 2421274"/>
              <a:gd name="csX62" fmla="*/ 6841554 w 12097710"/>
              <a:gd name="csY62" fmla="*/ 1348767 h 2421274"/>
              <a:gd name="csX63" fmla="*/ 6927074 w 12097710"/>
              <a:gd name="csY63" fmla="*/ 2111864 h 2421274"/>
              <a:gd name="csX64" fmla="*/ 6907338 w 12097710"/>
              <a:gd name="csY64" fmla="*/ 296221 h 2421274"/>
              <a:gd name="csX65" fmla="*/ 7012593 w 12097710"/>
              <a:gd name="csY65" fmla="*/ 2046080 h 2421274"/>
              <a:gd name="csX66" fmla="*/ 7045485 w 12097710"/>
              <a:gd name="csY66" fmla="*/ 309377 h 2421274"/>
              <a:gd name="csX67" fmla="*/ 7104691 w 12097710"/>
              <a:gd name="csY67" fmla="*/ 2026344 h 2421274"/>
              <a:gd name="csX68" fmla="*/ 7131005 w 12097710"/>
              <a:gd name="csY68" fmla="*/ 480416 h 2421274"/>
              <a:gd name="csX69" fmla="*/ 7203367 w 12097710"/>
              <a:gd name="csY69" fmla="*/ 1842149 h 2421274"/>
              <a:gd name="csX70" fmla="*/ 7216524 w 12097710"/>
              <a:gd name="csY70" fmla="*/ 677769 h 2421274"/>
              <a:gd name="csX71" fmla="*/ 7282308 w 12097710"/>
              <a:gd name="csY71" fmla="*/ 2013187 h 2421274"/>
              <a:gd name="csX72" fmla="*/ 7367828 w 12097710"/>
              <a:gd name="csY72" fmla="*/ 394897 h 2421274"/>
              <a:gd name="csX73" fmla="*/ 7400720 w 12097710"/>
              <a:gd name="csY73" fmla="*/ 1980295 h 2421274"/>
              <a:gd name="csX74" fmla="*/ 7512553 w 12097710"/>
              <a:gd name="csY74" fmla="*/ 519887 h 2421274"/>
              <a:gd name="csX75" fmla="*/ 7578337 w 12097710"/>
              <a:gd name="csY75" fmla="*/ 2000031 h 2421274"/>
              <a:gd name="csX76" fmla="*/ 7611229 w 12097710"/>
              <a:gd name="csY76" fmla="*/ 815916 h 2421274"/>
              <a:gd name="csX77" fmla="*/ 7696748 w 12097710"/>
              <a:gd name="csY77" fmla="*/ 1855305 h 2421274"/>
              <a:gd name="csX78" fmla="*/ 7723062 w 12097710"/>
              <a:gd name="csY78" fmla="*/ 697504 h 2421274"/>
              <a:gd name="csX79" fmla="*/ 7775689 w 12097710"/>
              <a:gd name="csY79" fmla="*/ 1822413 h 2421274"/>
              <a:gd name="csX80" fmla="*/ 7808582 w 12097710"/>
              <a:gd name="csY80" fmla="*/ 829072 h 2421274"/>
              <a:gd name="csX81" fmla="*/ 7880944 w 12097710"/>
              <a:gd name="csY81" fmla="*/ 1782943 h 2421274"/>
              <a:gd name="csX82" fmla="*/ 7933571 w 12097710"/>
              <a:gd name="csY82" fmla="*/ 940905 h 2421274"/>
              <a:gd name="csX83" fmla="*/ 7992777 w 12097710"/>
              <a:gd name="csY83" fmla="*/ 1697423 h 2421274"/>
              <a:gd name="csX84" fmla="*/ 8045405 w 12097710"/>
              <a:gd name="csY84" fmla="*/ 901435 h 2421274"/>
              <a:gd name="csX85" fmla="*/ 8124346 w 12097710"/>
              <a:gd name="csY85" fmla="*/ 1664531 h 2421274"/>
              <a:gd name="csX86" fmla="*/ 8190130 w 12097710"/>
              <a:gd name="csY86" fmla="*/ 1013268 h 2421274"/>
              <a:gd name="csX87" fmla="*/ 8216443 w 12097710"/>
              <a:gd name="csY87" fmla="*/ 1421130 h 2421274"/>
              <a:gd name="csX88" fmla="*/ 8242757 w 12097710"/>
              <a:gd name="csY88" fmla="*/ 1144836 h 2421274"/>
              <a:gd name="csX89" fmla="*/ 8328277 w 12097710"/>
              <a:gd name="csY89" fmla="*/ 1704002 h 2421274"/>
              <a:gd name="csX90" fmla="*/ 8354590 w 12097710"/>
              <a:gd name="csY90" fmla="*/ 1263248 h 2421274"/>
              <a:gd name="csX91" fmla="*/ 8453266 w 12097710"/>
              <a:gd name="csY91" fmla="*/ 1664531 h 2421274"/>
              <a:gd name="csX92" fmla="*/ 8486159 w 12097710"/>
              <a:gd name="csY92" fmla="*/ 1006690 h 2421274"/>
              <a:gd name="csX93" fmla="*/ 8565100 w 12097710"/>
              <a:gd name="csY93" fmla="*/ 1651375 h 2421274"/>
              <a:gd name="csX94" fmla="*/ 8591413 w 12097710"/>
              <a:gd name="csY94" fmla="*/ 1118523 h 2421274"/>
              <a:gd name="csX95" fmla="*/ 8663776 w 12097710"/>
              <a:gd name="csY95" fmla="*/ 1585590 h 2421274"/>
              <a:gd name="csX96" fmla="*/ 8722982 w 12097710"/>
              <a:gd name="csY96" fmla="*/ 1210621 h 2421274"/>
              <a:gd name="csX97" fmla="*/ 8782187 w 12097710"/>
              <a:gd name="csY97" fmla="*/ 1592169 h 2421274"/>
              <a:gd name="csX98" fmla="*/ 8841393 w 12097710"/>
              <a:gd name="csY98" fmla="*/ 1269826 h 2421274"/>
              <a:gd name="csX99" fmla="*/ 8894020 w 12097710"/>
              <a:gd name="csY99" fmla="*/ 1493493 h 2421274"/>
              <a:gd name="csX100" fmla="*/ 8926912 w 12097710"/>
              <a:gd name="csY100" fmla="*/ 1296140 h 2421274"/>
              <a:gd name="csX101" fmla="*/ 8979540 w 12097710"/>
              <a:gd name="csY101" fmla="*/ 1559277 h 2421274"/>
              <a:gd name="csX102" fmla="*/ 9051902 w 12097710"/>
              <a:gd name="csY102" fmla="*/ 1289562 h 2421274"/>
              <a:gd name="csX103" fmla="*/ 9117687 w 12097710"/>
              <a:gd name="csY103" fmla="*/ 1539541 h 2421274"/>
              <a:gd name="csX104" fmla="*/ 9130843 w 12097710"/>
              <a:gd name="csY104" fmla="*/ 1243513 h 2421274"/>
              <a:gd name="csX105" fmla="*/ 9183471 w 12097710"/>
              <a:gd name="csY105" fmla="*/ 1486914 h 2421274"/>
              <a:gd name="csX106" fmla="*/ 9222941 w 12097710"/>
              <a:gd name="csY106" fmla="*/ 1190885 h 2421274"/>
              <a:gd name="csX107" fmla="*/ 9268990 w 12097710"/>
              <a:gd name="csY107" fmla="*/ 1493493 h 2421274"/>
              <a:gd name="csX108" fmla="*/ 9380823 w 12097710"/>
              <a:gd name="csY108" fmla="*/ 1256669 h 2421274"/>
              <a:gd name="csX109" fmla="*/ 9466343 w 12097710"/>
              <a:gd name="csY109" fmla="*/ 1394816 h 2421274"/>
              <a:gd name="csX110" fmla="*/ 9551862 w 12097710"/>
              <a:gd name="csY110" fmla="*/ 1250091 h 2421274"/>
              <a:gd name="csX111" fmla="*/ 9611068 w 12097710"/>
              <a:gd name="csY111" fmla="*/ 1335610 h 2421274"/>
              <a:gd name="csX112" fmla="*/ 9709744 w 12097710"/>
              <a:gd name="csY112" fmla="*/ 1269826 h 2421274"/>
              <a:gd name="csX113" fmla="*/ 9768950 w 12097710"/>
              <a:gd name="csY113" fmla="*/ 1335610 h 2421274"/>
              <a:gd name="csX114" fmla="*/ 9834734 w 12097710"/>
              <a:gd name="csY114" fmla="*/ 1269826 h 2421274"/>
              <a:gd name="csX115" fmla="*/ 9887361 w 12097710"/>
              <a:gd name="csY115" fmla="*/ 1322454 h 2421274"/>
              <a:gd name="csX116" fmla="*/ 9939989 w 12097710"/>
              <a:gd name="csY116" fmla="*/ 1256669 h 2421274"/>
              <a:gd name="csX117" fmla="*/ 9999194 w 12097710"/>
              <a:gd name="csY117" fmla="*/ 1315875 h 2421274"/>
              <a:gd name="csX118" fmla="*/ 10045243 w 12097710"/>
              <a:gd name="csY118" fmla="*/ 1263248 h 2421274"/>
              <a:gd name="csX119" fmla="*/ 10130763 w 12097710"/>
              <a:gd name="csY119" fmla="*/ 1315875 h 2421274"/>
              <a:gd name="csX120" fmla="*/ 10236018 w 12097710"/>
              <a:gd name="csY120" fmla="*/ 1263248 h 2421274"/>
              <a:gd name="csX121" fmla="*/ 10328115 w 12097710"/>
              <a:gd name="csY121" fmla="*/ 1302718 h 2421274"/>
              <a:gd name="csX122" fmla="*/ 10393900 w 12097710"/>
              <a:gd name="csY122" fmla="*/ 1276405 h 2421274"/>
              <a:gd name="csX123" fmla="*/ 10512311 w 12097710"/>
              <a:gd name="csY123" fmla="*/ 1302718 h 2421274"/>
              <a:gd name="csX124" fmla="*/ 10663615 w 12097710"/>
              <a:gd name="csY124" fmla="*/ 1276405 h 2421274"/>
              <a:gd name="csX125" fmla="*/ 10775448 w 12097710"/>
              <a:gd name="csY125" fmla="*/ 1302718 h 2421274"/>
              <a:gd name="csX126" fmla="*/ 10841232 w 12097710"/>
              <a:gd name="csY126" fmla="*/ 1302718 h 2421274"/>
              <a:gd name="csX127" fmla="*/ 10920173 w 12097710"/>
              <a:gd name="csY127" fmla="*/ 1335610 h 2421274"/>
              <a:gd name="csX128" fmla="*/ 11110947 w 12097710"/>
              <a:gd name="csY128" fmla="*/ 1322454 h 2421274"/>
              <a:gd name="csX129" fmla="*/ 11209623 w 12097710"/>
              <a:gd name="csY129" fmla="*/ 1329032 h 2421274"/>
              <a:gd name="csX130" fmla="*/ 11341192 w 12097710"/>
              <a:gd name="csY130" fmla="*/ 1361924 h 2421274"/>
              <a:gd name="csX131" fmla="*/ 11466182 w 12097710"/>
              <a:gd name="csY131" fmla="*/ 1348767 h 2421274"/>
              <a:gd name="csX132" fmla="*/ 11656956 w 12097710"/>
              <a:gd name="csY132" fmla="*/ 1302718 h 2421274"/>
              <a:gd name="csX133" fmla="*/ 11867465 w 12097710"/>
              <a:gd name="csY133" fmla="*/ 1342189 h 2421274"/>
              <a:gd name="csX134" fmla="*/ 12031925 w 12097710"/>
              <a:gd name="csY134" fmla="*/ 1335610 h 2421274"/>
              <a:gd name="csX135" fmla="*/ 12097710 w 12097710"/>
              <a:gd name="csY135" fmla="*/ 1342189 h 2421274"/>
              <a:gd name="csX0" fmla="*/ 0 w 12031925"/>
              <a:gd name="csY0" fmla="*/ 1138258 h 2421274"/>
              <a:gd name="csX1" fmla="*/ 1434095 w 12031925"/>
              <a:gd name="csY1" fmla="*/ 1144836 h 2421274"/>
              <a:gd name="csX2" fmla="*/ 2605053 w 12031925"/>
              <a:gd name="csY2" fmla="*/ 1125101 h 2421274"/>
              <a:gd name="csX3" fmla="*/ 3427356 w 12031925"/>
              <a:gd name="csY3" fmla="*/ 1131680 h 2421274"/>
              <a:gd name="csX4" fmla="*/ 3473405 w 12031925"/>
              <a:gd name="csY4" fmla="*/ 1125101 h 2421274"/>
              <a:gd name="csX5" fmla="*/ 3585238 w 12031925"/>
              <a:gd name="csY5" fmla="*/ 1256669 h 2421274"/>
              <a:gd name="csX6" fmla="*/ 3624708 w 12031925"/>
              <a:gd name="csY6" fmla="*/ 1197464 h 2421274"/>
              <a:gd name="csX7" fmla="*/ 3710228 w 12031925"/>
              <a:gd name="csY7" fmla="*/ 1282983 h 2421274"/>
              <a:gd name="csX8" fmla="*/ 3789169 w 12031925"/>
              <a:gd name="csY8" fmla="*/ 1039582 h 2421274"/>
              <a:gd name="csX9" fmla="*/ 3854953 w 12031925"/>
              <a:gd name="csY9" fmla="*/ 1282983 h 2421274"/>
              <a:gd name="csX10" fmla="*/ 3940472 w 12031925"/>
              <a:gd name="csY10" fmla="*/ 1026425 h 2421274"/>
              <a:gd name="csX11" fmla="*/ 4012835 w 12031925"/>
              <a:gd name="csY11" fmla="*/ 1250091 h 2421274"/>
              <a:gd name="csX12" fmla="*/ 4098354 w 12031925"/>
              <a:gd name="csY12" fmla="*/ 1039582 h 2421274"/>
              <a:gd name="csX13" fmla="*/ 4137825 w 12031925"/>
              <a:gd name="csY13" fmla="*/ 1263248 h 2421274"/>
              <a:gd name="csX14" fmla="*/ 4170717 w 12031925"/>
              <a:gd name="csY14" fmla="*/ 1039582 h 2421274"/>
              <a:gd name="csX15" fmla="*/ 4243079 w 12031925"/>
              <a:gd name="csY15" fmla="*/ 1250091 h 2421274"/>
              <a:gd name="csX16" fmla="*/ 4249658 w 12031925"/>
              <a:gd name="csY16" fmla="*/ 1026425 h 2421274"/>
              <a:gd name="csX17" fmla="*/ 4308864 w 12031925"/>
              <a:gd name="csY17" fmla="*/ 1256669 h 2421274"/>
              <a:gd name="csX18" fmla="*/ 4361491 w 12031925"/>
              <a:gd name="csY18" fmla="*/ 1046160 h 2421274"/>
              <a:gd name="csX19" fmla="*/ 4460167 w 12031925"/>
              <a:gd name="csY19" fmla="*/ 1276405 h 2421274"/>
              <a:gd name="csX20" fmla="*/ 4532530 w 12031925"/>
              <a:gd name="csY20" fmla="*/ 954062 h 2421274"/>
              <a:gd name="csX21" fmla="*/ 4598314 w 12031925"/>
              <a:gd name="csY21" fmla="*/ 1296140 h 2421274"/>
              <a:gd name="csX22" fmla="*/ 4657520 w 12031925"/>
              <a:gd name="csY22" fmla="*/ 1006690 h 2421274"/>
              <a:gd name="csX23" fmla="*/ 4703569 w 12031925"/>
              <a:gd name="csY23" fmla="*/ 1289562 h 2421274"/>
              <a:gd name="csX24" fmla="*/ 4723304 w 12031925"/>
              <a:gd name="csY24" fmla="*/ 1019846 h 2421274"/>
              <a:gd name="csX25" fmla="*/ 4802245 w 12031925"/>
              <a:gd name="csY25" fmla="*/ 1289562 h 2421274"/>
              <a:gd name="csX26" fmla="*/ 4854872 w 12031925"/>
              <a:gd name="csY26" fmla="*/ 1046160 h 2421274"/>
              <a:gd name="csX27" fmla="*/ 4940392 w 12031925"/>
              <a:gd name="csY27" fmla="*/ 1276405 h 2421274"/>
              <a:gd name="csX28" fmla="*/ 5006176 w 12031925"/>
              <a:gd name="csY28" fmla="*/ 1026425 h 2421274"/>
              <a:gd name="csX29" fmla="*/ 5098274 w 12031925"/>
              <a:gd name="csY29" fmla="*/ 1256669 h 2421274"/>
              <a:gd name="csX30" fmla="*/ 5144323 w 12031925"/>
              <a:gd name="csY30" fmla="*/ 1026425 h 2421274"/>
              <a:gd name="csX31" fmla="*/ 5223264 w 12031925"/>
              <a:gd name="csY31" fmla="*/ 1250091 h 2421274"/>
              <a:gd name="csX32" fmla="*/ 5249577 w 12031925"/>
              <a:gd name="csY32" fmla="*/ 960641 h 2421274"/>
              <a:gd name="csX33" fmla="*/ 5295626 w 12031925"/>
              <a:gd name="csY33" fmla="*/ 1269826 h 2421274"/>
              <a:gd name="csX34" fmla="*/ 5341675 w 12031925"/>
              <a:gd name="csY34" fmla="*/ 993533 h 2421274"/>
              <a:gd name="csX35" fmla="*/ 5407459 w 12031925"/>
              <a:gd name="csY35" fmla="*/ 1263248 h 2421274"/>
              <a:gd name="csX36" fmla="*/ 5440351 w 12031925"/>
              <a:gd name="csY36" fmla="*/ 875121 h 2421274"/>
              <a:gd name="csX37" fmla="*/ 5499557 w 12031925"/>
              <a:gd name="csY37" fmla="*/ 1243513 h 2421274"/>
              <a:gd name="csX38" fmla="*/ 5565341 w 12031925"/>
              <a:gd name="csY38" fmla="*/ 908013 h 2421274"/>
              <a:gd name="csX39" fmla="*/ 5664018 w 12031925"/>
              <a:gd name="csY39" fmla="*/ 1250091 h 2421274"/>
              <a:gd name="csX40" fmla="*/ 5710066 w 12031925"/>
              <a:gd name="csY40" fmla="*/ 1000111 h 2421274"/>
              <a:gd name="csX41" fmla="*/ 5828478 w 12031925"/>
              <a:gd name="csY41" fmla="*/ 2276324 h 2421274"/>
              <a:gd name="csX42" fmla="*/ 5854792 w 12031925"/>
              <a:gd name="csY42" fmla="*/ 177809 h 2421274"/>
              <a:gd name="csX43" fmla="*/ 5913997 w 12031925"/>
              <a:gd name="csY43" fmla="*/ 2315795 h 2421274"/>
              <a:gd name="csX44" fmla="*/ 5986360 w 12031925"/>
              <a:gd name="csY44" fmla="*/ 289642 h 2421274"/>
              <a:gd name="csX45" fmla="*/ 6025830 w 12031925"/>
              <a:gd name="csY45" fmla="*/ 2276324 h 2421274"/>
              <a:gd name="csX46" fmla="*/ 6091615 w 12031925"/>
              <a:gd name="csY46" fmla="*/ 192 h 2421274"/>
              <a:gd name="csX47" fmla="*/ 6144242 w 12031925"/>
              <a:gd name="csY47" fmla="*/ 2421049 h 2421274"/>
              <a:gd name="csX48" fmla="*/ 6170556 w 12031925"/>
              <a:gd name="csY48" fmla="*/ 158074 h 2421274"/>
              <a:gd name="csX49" fmla="*/ 6229761 w 12031925"/>
              <a:gd name="csY49" fmla="*/ 2394736 h 2421274"/>
              <a:gd name="csX50" fmla="*/ 6282389 w 12031925"/>
              <a:gd name="csY50" fmla="*/ 408054 h 2421274"/>
              <a:gd name="csX51" fmla="*/ 6341594 w 12031925"/>
              <a:gd name="csY51" fmla="*/ 2236854 h 2421274"/>
              <a:gd name="csX52" fmla="*/ 6407379 w 12031925"/>
              <a:gd name="csY52" fmla="*/ 934327 h 2421274"/>
              <a:gd name="csX53" fmla="*/ 6440271 w 12031925"/>
              <a:gd name="csY53" fmla="*/ 1894776 h 2421274"/>
              <a:gd name="csX54" fmla="*/ 6499477 w 12031925"/>
              <a:gd name="csY54" fmla="*/ 822494 h 2421274"/>
              <a:gd name="csX55" fmla="*/ 6532369 w 12031925"/>
              <a:gd name="csY55" fmla="*/ 1914511 h 2421274"/>
              <a:gd name="csX56" fmla="*/ 6578418 w 12031925"/>
              <a:gd name="csY56" fmla="*/ 408054 h 2421274"/>
              <a:gd name="csX57" fmla="*/ 6677094 w 12031925"/>
              <a:gd name="csY57" fmla="*/ 2164491 h 2421274"/>
              <a:gd name="csX58" fmla="*/ 6683672 w 12031925"/>
              <a:gd name="csY58" fmla="*/ 427789 h 2421274"/>
              <a:gd name="csX59" fmla="*/ 6749456 w 12031925"/>
              <a:gd name="csY59" fmla="*/ 1460600 h 2421274"/>
              <a:gd name="csX60" fmla="*/ 6762613 w 12031925"/>
              <a:gd name="csY60" fmla="*/ 269907 h 2421274"/>
              <a:gd name="csX61" fmla="*/ 6828397 w 12031925"/>
              <a:gd name="csY61" fmla="*/ 2388157 h 2421274"/>
              <a:gd name="csX62" fmla="*/ 6841554 w 12031925"/>
              <a:gd name="csY62" fmla="*/ 1348767 h 2421274"/>
              <a:gd name="csX63" fmla="*/ 6927074 w 12031925"/>
              <a:gd name="csY63" fmla="*/ 2111864 h 2421274"/>
              <a:gd name="csX64" fmla="*/ 6907338 w 12031925"/>
              <a:gd name="csY64" fmla="*/ 296221 h 2421274"/>
              <a:gd name="csX65" fmla="*/ 7012593 w 12031925"/>
              <a:gd name="csY65" fmla="*/ 2046080 h 2421274"/>
              <a:gd name="csX66" fmla="*/ 7045485 w 12031925"/>
              <a:gd name="csY66" fmla="*/ 309377 h 2421274"/>
              <a:gd name="csX67" fmla="*/ 7104691 w 12031925"/>
              <a:gd name="csY67" fmla="*/ 2026344 h 2421274"/>
              <a:gd name="csX68" fmla="*/ 7131005 w 12031925"/>
              <a:gd name="csY68" fmla="*/ 480416 h 2421274"/>
              <a:gd name="csX69" fmla="*/ 7203367 w 12031925"/>
              <a:gd name="csY69" fmla="*/ 1842149 h 2421274"/>
              <a:gd name="csX70" fmla="*/ 7216524 w 12031925"/>
              <a:gd name="csY70" fmla="*/ 677769 h 2421274"/>
              <a:gd name="csX71" fmla="*/ 7282308 w 12031925"/>
              <a:gd name="csY71" fmla="*/ 2013187 h 2421274"/>
              <a:gd name="csX72" fmla="*/ 7367828 w 12031925"/>
              <a:gd name="csY72" fmla="*/ 394897 h 2421274"/>
              <a:gd name="csX73" fmla="*/ 7400720 w 12031925"/>
              <a:gd name="csY73" fmla="*/ 1980295 h 2421274"/>
              <a:gd name="csX74" fmla="*/ 7512553 w 12031925"/>
              <a:gd name="csY74" fmla="*/ 519887 h 2421274"/>
              <a:gd name="csX75" fmla="*/ 7578337 w 12031925"/>
              <a:gd name="csY75" fmla="*/ 2000031 h 2421274"/>
              <a:gd name="csX76" fmla="*/ 7611229 w 12031925"/>
              <a:gd name="csY76" fmla="*/ 815916 h 2421274"/>
              <a:gd name="csX77" fmla="*/ 7696748 w 12031925"/>
              <a:gd name="csY77" fmla="*/ 1855305 h 2421274"/>
              <a:gd name="csX78" fmla="*/ 7723062 w 12031925"/>
              <a:gd name="csY78" fmla="*/ 697504 h 2421274"/>
              <a:gd name="csX79" fmla="*/ 7775689 w 12031925"/>
              <a:gd name="csY79" fmla="*/ 1822413 h 2421274"/>
              <a:gd name="csX80" fmla="*/ 7808582 w 12031925"/>
              <a:gd name="csY80" fmla="*/ 829072 h 2421274"/>
              <a:gd name="csX81" fmla="*/ 7880944 w 12031925"/>
              <a:gd name="csY81" fmla="*/ 1782943 h 2421274"/>
              <a:gd name="csX82" fmla="*/ 7933571 w 12031925"/>
              <a:gd name="csY82" fmla="*/ 940905 h 2421274"/>
              <a:gd name="csX83" fmla="*/ 7992777 w 12031925"/>
              <a:gd name="csY83" fmla="*/ 1697423 h 2421274"/>
              <a:gd name="csX84" fmla="*/ 8045405 w 12031925"/>
              <a:gd name="csY84" fmla="*/ 901435 h 2421274"/>
              <a:gd name="csX85" fmla="*/ 8124346 w 12031925"/>
              <a:gd name="csY85" fmla="*/ 1664531 h 2421274"/>
              <a:gd name="csX86" fmla="*/ 8190130 w 12031925"/>
              <a:gd name="csY86" fmla="*/ 1013268 h 2421274"/>
              <a:gd name="csX87" fmla="*/ 8216443 w 12031925"/>
              <a:gd name="csY87" fmla="*/ 1421130 h 2421274"/>
              <a:gd name="csX88" fmla="*/ 8242757 w 12031925"/>
              <a:gd name="csY88" fmla="*/ 1144836 h 2421274"/>
              <a:gd name="csX89" fmla="*/ 8328277 w 12031925"/>
              <a:gd name="csY89" fmla="*/ 1704002 h 2421274"/>
              <a:gd name="csX90" fmla="*/ 8354590 w 12031925"/>
              <a:gd name="csY90" fmla="*/ 1263248 h 2421274"/>
              <a:gd name="csX91" fmla="*/ 8453266 w 12031925"/>
              <a:gd name="csY91" fmla="*/ 1664531 h 2421274"/>
              <a:gd name="csX92" fmla="*/ 8486159 w 12031925"/>
              <a:gd name="csY92" fmla="*/ 1006690 h 2421274"/>
              <a:gd name="csX93" fmla="*/ 8565100 w 12031925"/>
              <a:gd name="csY93" fmla="*/ 1651375 h 2421274"/>
              <a:gd name="csX94" fmla="*/ 8591413 w 12031925"/>
              <a:gd name="csY94" fmla="*/ 1118523 h 2421274"/>
              <a:gd name="csX95" fmla="*/ 8663776 w 12031925"/>
              <a:gd name="csY95" fmla="*/ 1585590 h 2421274"/>
              <a:gd name="csX96" fmla="*/ 8722982 w 12031925"/>
              <a:gd name="csY96" fmla="*/ 1210621 h 2421274"/>
              <a:gd name="csX97" fmla="*/ 8782187 w 12031925"/>
              <a:gd name="csY97" fmla="*/ 1592169 h 2421274"/>
              <a:gd name="csX98" fmla="*/ 8841393 w 12031925"/>
              <a:gd name="csY98" fmla="*/ 1269826 h 2421274"/>
              <a:gd name="csX99" fmla="*/ 8894020 w 12031925"/>
              <a:gd name="csY99" fmla="*/ 1493493 h 2421274"/>
              <a:gd name="csX100" fmla="*/ 8926912 w 12031925"/>
              <a:gd name="csY100" fmla="*/ 1296140 h 2421274"/>
              <a:gd name="csX101" fmla="*/ 8979540 w 12031925"/>
              <a:gd name="csY101" fmla="*/ 1559277 h 2421274"/>
              <a:gd name="csX102" fmla="*/ 9051902 w 12031925"/>
              <a:gd name="csY102" fmla="*/ 1289562 h 2421274"/>
              <a:gd name="csX103" fmla="*/ 9117687 w 12031925"/>
              <a:gd name="csY103" fmla="*/ 1539541 h 2421274"/>
              <a:gd name="csX104" fmla="*/ 9130843 w 12031925"/>
              <a:gd name="csY104" fmla="*/ 1243513 h 2421274"/>
              <a:gd name="csX105" fmla="*/ 9183471 w 12031925"/>
              <a:gd name="csY105" fmla="*/ 1486914 h 2421274"/>
              <a:gd name="csX106" fmla="*/ 9222941 w 12031925"/>
              <a:gd name="csY106" fmla="*/ 1190885 h 2421274"/>
              <a:gd name="csX107" fmla="*/ 9268990 w 12031925"/>
              <a:gd name="csY107" fmla="*/ 1493493 h 2421274"/>
              <a:gd name="csX108" fmla="*/ 9380823 w 12031925"/>
              <a:gd name="csY108" fmla="*/ 1256669 h 2421274"/>
              <a:gd name="csX109" fmla="*/ 9466343 w 12031925"/>
              <a:gd name="csY109" fmla="*/ 1394816 h 2421274"/>
              <a:gd name="csX110" fmla="*/ 9551862 w 12031925"/>
              <a:gd name="csY110" fmla="*/ 1250091 h 2421274"/>
              <a:gd name="csX111" fmla="*/ 9611068 w 12031925"/>
              <a:gd name="csY111" fmla="*/ 1335610 h 2421274"/>
              <a:gd name="csX112" fmla="*/ 9709744 w 12031925"/>
              <a:gd name="csY112" fmla="*/ 1269826 h 2421274"/>
              <a:gd name="csX113" fmla="*/ 9768950 w 12031925"/>
              <a:gd name="csY113" fmla="*/ 1335610 h 2421274"/>
              <a:gd name="csX114" fmla="*/ 9834734 w 12031925"/>
              <a:gd name="csY114" fmla="*/ 1269826 h 2421274"/>
              <a:gd name="csX115" fmla="*/ 9887361 w 12031925"/>
              <a:gd name="csY115" fmla="*/ 1322454 h 2421274"/>
              <a:gd name="csX116" fmla="*/ 9939989 w 12031925"/>
              <a:gd name="csY116" fmla="*/ 1256669 h 2421274"/>
              <a:gd name="csX117" fmla="*/ 9999194 w 12031925"/>
              <a:gd name="csY117" fmla="*/ 1315875 h 2421274"/>
              <a:gd name="csX118" fmla="*/ 10045243 w 12031925"/>
              <a:gd name="csY118" fmla="*/ 1263248 h 2421274"/>
              <a:gd name="csX119" fmla="*/ 10130763 w 12031925"/>
              <a:gd name="csY119" fmla="*/ 1315875 h 2421274"/>
              <a:gd name="csX120" fmla="*/ 10236018 w 12031925"/>
              <a:gd name="csY120" fmla="*/ 1263248 h 2421274"/>
              <a:gd name="csX121" fmla="*/ 10328115 w 12031925"/>
              <a:gd name="csY121" fmla="*/ 1302718 h 2421274"/>
              <a:gd name="csX122" fmla="*/ 10393900 w 12031925"/>
              <a:gd name="csY122" fmla="*/ 1276405 h 2421274"/>
              <a:gd name="csX123" fmla="*/ 10512311 w 12031925"/>
              <a:gd name="csY123" fmla="*/ 1302718 h 2421274"/>
              <a:gd name="csX124" fmla="*/ 10663615 w 12031925"/>
              <a:gd name="csY124" fmla="*/ 1276405 h 2421274"/>
              <a:gd name="csX125" fmla="*/ 10775448 w 12031925"/>
              <a:gd name="csY125" fmla="*/ 1302718 h 2421274"/>
              <a:gd name="csX126" fmla="*/ 10841232 w 12031925"/>
              <a:gd name="csY126" fmla="*/ 1302718 h 2421274"/>
              <a:gd name="csX127" fmla="*/ 10920173 w 12031925"/>
              <a:gd name="csY127" fmla="*/ 1335610 h 2421274"/>
              <a:gd name="csX128" fmla="*/ 11110947 w 12031925"/>
              <a:gd name="csY128" fmla="*/ 1322454 h 2421274"/>
              <a:gd name="csX129" fmla="*/ 11209623 w 12031925"/>
              <a:gd name="csY129" fmla="*/ 1329032 h 2421274"/>
              <a:gd name="csX130" fmla="*/ 11341192 w 12031925"/>
              <a:gd name="csY130" fmla="*/ 1361924 h 2421274"/>
              <a:gd name="csX131" fmla="*/ 11466182 w 12031925"/>
              <a:gd name="csY131" fmla="*/ 1348767 h 2421274"/>
              <a:gd name="csX132" fmla="*/ 11656956 w 12031925"/>
              <a:gd name="csY132" fmla="*/ 1302718 h 2421274"/>
              <a:gd name="csX133" fmla="*/ 11867465 w 12031925"/>
              <a:gd name="csY133" fmla="*/ 1342189 h 2421274"/>
              <a:gd name="csX134" fmla="*/ 12031925 w 12031925"/>
              <a:gd name="csY134" fmla="*/ 1335610 h 2421274"/>
              <a:gd name="csX0" fmla="*/ 0 w 12031925"/>
              <a:gd name="csY0" fmla="*/ 1138258 h 2421274"/>
              <a:gd name="csX1" fmla="*/ 1434095 w 12031925"/>
              <a:gd name="csY1" fmla="*/ 1144836 h 2421274"/>
              <a:gd name="csX2" fmla="*/ 2605053 w 12031925"/>
              <a:gd name="csY2" fmla="*/ 1125101 h 2421274"/>
              <a:gd name="csX3" fmla="*/ 3427356 w 12031925"/>
              <a:gd name="csY3" fmla="*/ 1131680 h 2421274"/>
              <a:gd name="csX4" fmla="*/ 3473405 w 12031925"/>
              <a:gd name="csY4" fmla="*/ 1125101 h 2421274"/>
              <a:gd name="csX5" fmla="*/ 3585238 w 12031925"/>
              <a:gd name="csY5" fmla="*/ 1256669 h 2421274"/>
              <a:gd name="csX6" fmla="*/ 3624708 w 12031925"/>
              <a:gd name="csY6" fmla="*/ 1197464 h 2421274"/>
              <a:gd name="csX7" fmla="*/ 3710228 w 12031925"/>
              <a:gd name="csY7" fmla="*/ 1282983 h 2421274"/>
              <a:gd name="csX8" fmla="*/ 3789169 w 12031925"/>
              <a:gd name="csY8" fmla="*/ 1039582 h 2421274"/>
              <a:gd name="csX9" fmla="*/ 3854953 w 12031925"/>
              <a:gd name="csY9" fmla="*/ 1282983 h 2421274"/>
              <a:gd name="csX10" fmla="*/ 3940472 w 12031925"/>
              <a:gd name="csY10" fmla="*/ 1026425 h 2421274"/>
              <a:gd name="csX11" fmla="*/ 4012835 w 12031925"/>
              <a:gd name="csY11" fmla="*/ 1250091 h 2421274"/>
              <a:gd name="csX12" fmla="*/ 4098354 w 12031925"/>
              <a:gd name="csY12" fmla="*/ 1039582 h 2421274"/>
              <a:gd name="csX13" fmla="*/ 4137825 w 12031925"/>
              <a:gd name="csY13" fmla="*/ 1263248 h 2421274"/>
              <a:gd name="csX14" fmla="*/ 4170717 w 12031925"/>
              <a:gd name="csY14" fmla="*/ 1039582 h 2421274"/>
              <a:gd name="csX15" fmla="*/ 4243079 w 12031925"/>
              <a:gd name="csY15" fmla="*/ 1250091 h 2421274"/>
              <a:gd name="csX16" fmla="*/ 4249658 w 12031925"/>
              <a:gd name="csY16" fmla="*/ 1026425 h 2421274"/>
              <a:gd name="csX17" fmla="*/ 4308864 w 12031925"/>
              <a:gd name="csY17" fmla="*/ 1256669 h 2421274"/>
              <a:gd name="csX18" fmla="*/ 4361491 w 12031925"/>
              <a:gd name="csY18" fmla="*/ 1046160 h 2421274"/>
              <a:gd name="csX19" fmla="*/ 4460167 w 12031925"/>
              <a:gd name="csY19" fmla="*/ 1276405 h 2421274"/>
              <a:gd name="csX20" fmla="*/ 4532530 w 12031925"/>
              <a:gd name="csY20" fmla="*/ 954062 h 2421274"/>
              <a:gd name="csX21" fmla="*/ 4598314 w 12031925"/>
              <a:gd name="csY21" fmla="*/ 1296140 h 2421274"/>
              <a:gd name="csX22" fmla="*/ 4657520 w 12031925"/>
              <a:gd name="csY22" fmla="*/ 1006690 h 2421274"/>
              <a:gd name="csX23" fmla="*/ 4703569 w 12031925"/>
              <a:gd name="csY23" fmla="*/ 1289562 h 2421274"/>
              <a:gd name="csX24" fmla="*/ 4723304 w 12031925"/>
              <a:gd name="csY24" fmla="*/ 1019846 h 2421274"/>
              <a:gd name="csX25" fmla="*/ 4802245 w 12031925"/>
              <a:gd name="csY25" fmla="*/ 1289562 h 2421274"/>
              <a:gd name="csX26" fmla="*/ 4854872 w 12031925"/>
              <a:gd name="csY26" fmla="*/ 1046160 h 2421274"/>
              <a:gd name="csX27" fmla="*/ 4940392 w 12031925"/>
              <a:gd name="csY27" fmla="*/ 1276405 h 2421274"/>
              <a:gd name="csX28" fmla="*/ 5006176 w 12031925"/>
              <a:gd name="csY28" fmla="*/ 1026425 h 2421274"/>
              <a:gd name="csX29" fmla="*/ 5098274 w 12031925"/>
              <a:gd name="csY29" fmla="*/ 1256669 h 2421274"/>
              <a:gd name="csX30" fmla="*/ 5144323 w 12031925"/>
              <a:gd name="csY30" fmla="*/ 1026425 h 2421274"/>
              <a:gd name="csX31" fmla="*/ 5223264 w 12031925"/>
              <a:gd name="csY31" fmla="*/ 1250091 h 2421274"/>
              <a:gd name="csX32" fmla="*/ 5249577 w 12031925"/>
              <a:gd name="csY32" fmla="*/ 960641 h 2421274"/>
              <a:gd name="csX33" fmla="*/ 5295626 w 12031925"/>
              <a:gd name="csY33" fmla="*/ 1269826 h 2421274"/>
              <a:gd name="csX34" fmla="*/ 5341675 w 12031925"/>
              <a:gd name="csY34" fmla="*/ 993533 h 2421274"/>
              <a:gd name="csX35" fmla="*/ 5407459 w 12031925"/>
              <a:gd name="csY35" fmla="*/ 1263248 h 2421274"/>
              <a:gd name="csX36" fmla="*/ 5440351 w 12031925"/>
              <a:gd name="csY36" fmla="*/ 875121 h 2421274"/>
              <a:gd name="csX37" fmla="*/ 5499557 w 12031925"/>
              <a:gd name="csY37" fmla="*/ 1243513 h 2421274"/>
              <a:gd name="csX38" fmla="*/ 5565341 w 12031925"/>
              <a:gd name="csY38" fmla="*/ 908013 h 2421274"/>
              <a:gd name="csX39" fmla="*/ 5664018 w 12031925"/>
              <a:gd name="csY39" fmla="*/ 1250091 h 2421274"/>
              <a:gd name="csX40" fmla="*/ 5710066 w 12031925"/>
              <a:gd name="csY40" fmla="*/ 1000111 h 2421274"/>
              <a:gd name="csX41" fmla="*/ 5828478 w 12031925"/>
              <a:gd name="csY41" fmla="*/ 2276324 h 2421274"/>
              <a:gd name="csX42" fmla="*/ 5854792 w 12031925"/>
              <a:gd name="csY42" fmla="*/ 177809 h 2421274"/>
              <a:gd name="csX43" fmla="*/ 5913997 w 12031925"/>
              <a:gd name="csY43" fmla="*/ 2315795 h 2421274"/>
              <a:gd name="csX44" fmla="*/ 5986360 w 12031925"/>
              <a:gd name="csY44" fmla="*/ 289642 h 2421274"/>
              <a:gd name="csX45" fmla="*/ 6025830 w 12031925"/>
              <a:gd name="csY45" fmla="*/ 2276324 h 2421274"/>
              <a:gd name="csX46" fmla="*/ 6091615 w 12031925"/>
              <a:gd name="csY46" fmla="*/ 192 h 2421274"/>
              <a:gd name="csX47" fmla="*/ 6144242 w 12031925"/>
              <a:gd name="csY47" fmla="*/ 2421049 h 2421274"/>
              <a:gd name="csX48" fmla="*/ 6170556 w 12031925"/>
              <a:gd name="csY48" fmla="*/ 158074 h 2421274"/>
              <a:gd name="csX49" fmla="*/ 6229761 w 12031925"/>
              <a:gd name="csY49" fmla="*/ 2394736 h 2421274"/>
              <a:gd name="csX50" fmla="*/ 6282389 w 12031925"/>
              <a:gd name="csY50" fmla="*/ 408054 h 2421274"/>
              <a:gd name="csX51" fmla="*/ 6341594 w 12031925"/>
              <a:gd name="csY51" fmla="*/ 2236854 h 2421274"/>
              <a:gd name="csX52" fmla="*/ 6407379 w 12031925"/>
              <a:gd name="csY52" fmla="*/ 934327 h 2421274"/>
              <a:gd name="csX53" fmla="*/ 6440271 w 12031925"/>
              <a:gd name="csY53" fmla="*/ 1894776 h 2421274"/>
              <a:gd name="csX54" fmla="*/ 6499477 w 12031925"/>
              <a:gd name="csY54" fmla="*/ 822494 h 2421274"/>
              <a:gd name="csX55" fmla="*/ 6532369 w 12031925"/>
              <a:gd name="csY55" fmla="*/ 1914511 h 2421274"/>
              <a:gd name="csX56" fmla="*/ 6578418 w 12031925"/>
              <a:gd name="csY56" fmla="*/ 408054 h 2421274"/>
              <a:gd name="csX57" fmla="*/ 6677094 w 12031925"/>
              <a:gd name="csY57" fmla="*/ 2164491 h 2421274"/>
              <a:gd name="csX58" fmla="*/ 6683672 w 12031925"/>
              <a:gd name="csY58" fmla="*/ 427789 h 2421274"/>
              <a:gd name="csX59" fmla="*/ 6749456 w 12031925"/>
              <a:gd name="csY59" fmla="*/ 1460600 h 2421274"/>
              <a:gd name="csX60" fmla="*/ 6762613 w 12031925"/>
              <a:gd name="csY60" fmla="*/ 269907 h 2421274"/>
              <a:gd name="csX61" fmla="*/ 6828397 w 12031925"/>
              <a:gd name="csY61" fmla="*/ 2388157 h 2421274"/>
              <a:gd name="csX62" fmla="*/ 6841554 w 12031925"/>
              <a:gd name="csY62" fmla="*/ 1348767 h 2421274"/>
              <a:gd name="csX63" fmla="*/ 6927074 w 12031925"/>
              <a:gd name="csY63" fmla="*/ 2111864 h 2421274"/>
              <a:gd name="csX64" fmla="*/ 6907338 w 12031925"/>
              <a:gd name="csY64" fmla="*/ 296221 h 2421274"/>
              <a:gd name="csX65" fmla="*/ 7012593 w 12031925"/>
              <a:gd name="csY65" fmla="*/ 2046080 h 2421274"/>
              <a:gd name="csX66" fmla="*/ 7045485 w 12031925"/>
              <a:gd name="csY66" fmla="*/ 309377 h 2421274"/>
              <a:gd name="csX67" fmla="*/ 7104691 w 12031925"/>
              <a:gd name="csY67" fmla="*/ 2026344 h 2421274"/>
              <a:gd name="csX68" fmla="*/ 7131005 w 12031925"/>
              <a:gd name="csY68" fmla="*/ 480416 h 2421274"/>
              <a:gd name="csX69" fmla="*/ 7203367 w 12031925"/>
              <a:gd name="csY69" fmla="*/ 1842149 h 2421274"/>
              <a:gd name="csX70" fmla="*/ 7216524 w 12031925"/>
              <a:gd name="csY70" fmla="*/ 677769 h 2421274"/>
              <a:gd name="csX71" fmla="*/ 7282308 w 12031925"/>
              <a:gd name="csY71" fmla="*/ 2013187 h 2421274"/>
              <a:gd name="csX72" fmla="*/ 7367828 w 12031925"/>
              <a:gd name="csY72" fmla="*/ 394897 h 2421274"/>
              <a:gd name="csX73" fmla="*/ 7400720 w 12031925"/>
              <a:gd name="csY73" fmla="*/ 1980295 h 2421274"/>
              <a:gd name="csX74" fmla="*/ 7512553 w 12031925"/>
              <a:gd name="csY74" fmla="*/ 519887 h 2421274"/>
              <a:gd name="csX75" fmla="*/ 7578337 w 12031925"/>
              <a:gd name="csY75" fmla="*/ 2000031 h 2421274"/>
              <a:gd name="csX76" fmla="*/ 7611229 w 12031925"/>
              <a:gd name="csY76" fmla="*/ 815916 h 2421274"/>
              <a:gd name="csX77" fmla="*/ 7696748 w 12031925"/>
              <a:gd name="csY77" fmla="*/ 1855305 h 2421274"/>
              <a:gd name="csX78" fmla="*/ 7723062 w 12031925"/>
              <a:gd name="csY78" fmla="*/ 697504 h 2421274"/>
              <a:gd name="csX79" fmla="*/ 7775689 w 12031925"/>
              <a:gd name="csY79" fmla="*/ 1822413 h 2421274"/>
              <a:gd name="csX80" fmla="*/ 7808582 w 12031925"/>
              <a:gd name="csY80" fmla="*/ 829072 h 2421274"/>
              <a:gd name="csX81" fmla="*/ 7880944 w 12031925"/>
              <a:gd name="csY81" fmla="*/ 1782943 h 2421274"/>
              <a:gd name="csX82" fmla="*/ 7933571 w 12031925"/>
              <a:gd name="csY82" fmla="*/ 940905 h 2421274"/>
              <a:gd name="csX83" fmla="*/ 7992777 w 12031925"/>
              <a:gd name="csY83" fmla="*/ 1697423 h 2421274"/>
              <a:gd name="csX84" fmla="*/ 8045405 w 12031925"/>
              <a:gd name="csY84" fmla="*/ 901435 h 2421274"/>
              <a:gd name="csX85" fmla="*/ 8124346 w 12031925"/>
              <a:gd name="csY85" fmla="*/ 1664531 h 2421274"/>
              <a:gd name="csX86" fmla="*/ 8190130 w 12031925"/>
              <a:gd name="csY86" fmla="*/ 1013268 h 2421274"/>
              <a:gd name="csX87" fmla="*/ 8216443 w 12031925"/>
              <a:gd name="csY87" fmla="*/ 1421130 h 2421274"/>
              <a:gd name="csX88" fmla="*/ 8242757 w 12031925"/>
              <a:gd name="csY88" fmla="*/ 1144836 h 2421274"/>
              <a:gd name="csX89" fmla="*/ 8328277 w 12031925"/>
              <a:gd name="csY89" fmla="*/ 1704002 h 2421274"/>
              <a:gd name="csX90" fmla="*/ 8354590 w 12031925"/>
              <a:gd name="csY90" fmla="*/ 1263248 h 2421274"/>
              <a:gd name="csX91" fmla="*/ 8453266 w 12031925"/>
              <a:gd name="csY91" fmla="*/ 1664531 h 2421274"/>
              <a:gd name="csX92" fmla="*/ 8486159 w 12031925"/>
              <a:gd name="csY92" fmla="*/ 1006690 h 2421274"/>
              <a:gd name="csX93" fmla="*/ 8565100 w 12031925"/>
              <a:gd name="csY93" fmla="*/ 1651375 h 2421274"/>
              <a:gd name="csX94" fmla="*/ 8591413 w 12031925"/>
              <a:gd name="csY94" fmla="*/ 1118523 h 2421274"/>
              <a:gd name="csX95" fmla="*/ 8663776 w 12031925"/>
              <a:gd name="csY95" fmla="*/ 1585590 h 2421274"/>
              <a:gd name="csX96" fmla="*/ 8722982 w 12031925"/>
              <a:gd name="csY96" fmla="*/ 1210621 h 2421274"/>
              <a:gd name="csX97" fmla="*/ 8782187 w 12031925"/>
              <a:gd name="csY97" fmla="*/ 1592169 h 2421274"/>
              <a:gd name="csX98" fmla="*/ 8841393 w 12031925"/>
              <a:gd name="csY98" fmla="*/ 1269826 h 2421274"/>
              <a:gd name="csX99" fmla="*/ 8894020 w 12031925"/>
              <a:gd name="csY99" fmla="*/ 1493493 h 2421274"/>
              <a:gd name="csX100" fmla="*/ 8926912 w 12031925"/>
              <a:gd name="csY100" fmla="*/ 1296140 h 2421274"/>
              <a:gd name="csX101" fmla="*/ 8979540 w 12031925"/>
              <a:gd name="csY101" fmla="*/ 1559277 h 2421274"/>
              <a:gd name="csX102" fmla="*/ 9051902 w 12031925"/>
              <a:gd name="csY102" fmla="*/ 1289562 h 2421274"/>
              <a:gd name="csX103" fmla="*/ 9117687 w 12031925"/>
              <a:gd name="csY103" fmla="*/ 1539541 h 2421274"/>
              <a:gd name="csX104" fmla="*/ 9130843 w 12031925"/>
              <a:gd name="csY104" fmla="*/ 1243513 h 2421274"/>
              <a:gd name="csX105" fmla="*/ 9183471 w 12031925"/>
              <a:gd name="csY105" fmla="*/ 1486914 h 2421274"/>
              <a:gd name="csX106" fmla="*/ 9222941 w 12031925"/>
              <a:gd name="csY106" fmla="*/ 1190885 h 2421274"/>
              <a:gd name="csX107" fmla="*/ 9268990 w 12031925"/>
              <a:gd name="csY107" fmla="*/ 1493493 h 2421274"/>
              <a:gd name="csX108" fmla="*/ 9380823 w 12031925"/>
              <a:gd name="csY108" fmla="*/ 1256669 h 2421274"/>
              <a:gd name="csX109" fmla="*/ 9466343 w 12031925"/>
              <a:gd name="csY109" fmla="*/ 1394816 h 2421274"/>
              <a:gd name="csX110" fmla="*/ 9551862 w 12031925"/>
              <a:gd name="csY110" fmla="*/ 1250091 h 2421274"/>
              <a:gd name="csX111" fmla="*/ 9611068 w 12031925"/>
              <a:gd name="csY111" fmla="*/ 1335610 h 2421274"/>
              <a:gd name="csX112" fmla="*/ 9709744 w 12031925"/>
              <a:gd name="csY112" fmla="*/ 1269826 h 2421274"/>
              <a:gd name="csX113" fmla="*/ 9768950 w 12031925"/>
              <a:gd name="csY113" fmla="*/ 1335610 h 2421274"/>
              <a:gd name="csX114" fmla="*/ 9834734 w 12031925"/>
              <a:gd name="csY114" fmla="*/ 1269826 h 2421274"/>
              <a:gd name="csX115" fmla="*/ 9887361 w 12031925"/>
              <a:gd name="csY115" fmla="*/ 1322454 h 2421274"/>
              <a:gd name="csX116" fmla="*/ 9939989 w 12031925"/>
              <a:gd name="csY116" fmla="*/ 1256669 h 2421274"/>
              <a:gd name="csX117" fmla="*/ 9999194 w 12031925"/>
              <a:gd name="csY117" fmla="*/ 1315875 h 2421274"/>
              <a:gd name="csX118" fmla="*/ 10045243 w 12031925"/>
              <a:gd name="csY118" fmla="*/ 1263248 h 2421274"/>
              <a:gd name="csX119" fmla="*/ 10130763 w 12031925"/>
              <a:gd name="csY119" fmla="*/ 1315875 h 2421274"/>
              <a:gd name="csX120" fmla="*/ 10236018 w 12031925"/>
              <a:gd name="csY120" fmla="*/ 1263248 h 2421274"/>
              <a:gd name="csX121" fmla="*/ 10328115 w 12031925"/>
              <a:gd name="csY121" fmla="*/ 1302718 h 2421274"/>
              <a:gd name="csX122" fmla="*/ 10393900 w 12031925"/>
              <a:gd name="csY122" fmla="*/ 1276405 h 2421274"/>
              <a:gd name="csX123" fmla="*/ 10512311 w 12031925"/>
              <a:gd name="csY123" fmla="*/ 1302718 h 2421274"/>
              <a:gd name="csX124" fmla="*/ 10663615 w 12031925"/>
              <a:gd name="csY124" fmla="*/ 1276405 h 2421274"/>
              <a:gd name="csX125" fmla="*/ 10775448 w 12031925"/>
              <a:gd name="csY125" fmla="*/ 1302718 h 2421274"/>
              <a:gd name="csX126" fmla="*/ 10841232 w 12031925"/>
              <a:gd name="csY126" fmla="*/ 1302718 h 2421274"/>
              <a:gd name="csX127" fmla="*/ 10920173 w 12031925"/>
              <a:gd name="csY127" fmla="*/ 1335610 h 2421274"/>
              <a:gd name="csX128" fmla="*/ 11110947 w 12031925"/>
              <a:gd name="csY128" fmla="*/ 1322454 h 2421274"/>
              <a:gd name="csX129" fmla="*/ 11209623 w 12031925"/>
              <a:gd name="csY129" fmla="*/ 1329032 h 2421274"/>
              <a:gd name="csX130" fmla="*/ 11341192 w 12031925"/>
              <a:gd name="csY130" fmla="*/ 1361924 h 2421274"/>
              <a:gd name="csX131" fmla="*/ 11466182 w 12031925"/>
              <a:gd name="csY131" fmla="*/ 1348767 h 2421274"/>
              <a:gd name="csX132" fmla="*/ 11656956 w 12031925"/>
              <a:gd name="csY132" fmla="*/ 1302718 h 2421274"/>
              <a:gd name="csX133" fmla="*/ 12031925 w 12031925"/>
              <a:gd name="csY133" fmla="*/ 1335610 h 2421274"/>
              <a:gd name="csX0" fmla="*/ 0 w 11656956"/>
              <a:gd name="csY0" fmla="*/ 1138258 h 2421274"/>
              <a:gd name="csX1" fmla="*/ 1434095 w 11656956"/>
              <a:gd name="csY1" fmla="*/ 1144836 h 2421274"/>
              <a:gd name="csX2" fmla="*/ 2605053 w 11656956"/>
              <a:gd name="csY2" fmla="*/ 1125101 h 2421274"/>
              <a:gd name="csX3" fmla="*/ 3427356 w 11656956"/>
              <a:gd name="csY3" fmla="*/ 1131680 h 2421274"/>
              <a:gd name="csX4" fmla="*/ 3473405 w 11656956"/>
              <a:gd name="csY4" fmla="*/ 1125101 h 2421274"/>
              <a:gd name="csX5" fmla="*/ 3585238 w 11656956"/>
              <a:gd name="csY5" fmla="*/ 1256669 h 2421274"/>
              <a:gd name="csX6" fmla="*/ 3624708 w 11656956"/>
              <a:gd name="csY6" fmla="*/ 1197464 h 2421274"/>
              <a:gd name="csX7" fmla="*/ 3710228 w 11656956"/>
              <a:gd name="csY7" fmla="*/ 1282983 h 2421274"/>
              <a:gd name="csX8" fmla="*/ 3789169 w 11656956"/>
              <a:gd name="csY8" fmla="*/ 1039582 h 2421274"/>
              <a:gd name="csX9" fmla="*/ 3854953 w 11656956"/>
              <a:gd name="csY9" fmla="*/ 1282983 h 2421274"/>
              <a:gd name="csX10" fmla="*/ 3940472 w 11656956"/>
              <a:gd name="csY10" fmla="*/ 1026425 h 2421274"/>
              <a:gd name="csX11" fmla="*/ 4012835 w 11656956"/>
              <a:gd name="csY11" fmla="*/ 1250091 h 2421274"/>
              <a:gd name="csX12" fmla="*/ 4098354 w 11656956"/>
              <a:gd name="csY12" fmla="*/ 1039582 h 2421274"/>
              <a:gd name="csX13" fmla="*/ 4137825 w 11656956"/>
              <a:gd name="csY13" fmla="*/ 1263248 h 2421274"/>
              <a:gd name="csX14" fmla="*/ 4170717 w 11656956"/>
              <a:gd name="csY14" fmla="*/ 1039582 h 2421274"/>
              <a:gd name="csX15" fmla="*/ 4243079 w 11656956"/>
              <a:gd name="csY15" fmla="*/ 1250091 h 2421274"/>
              <a:gd name="csX16" fmla="*/ 4249658 w 11656956"/>
              <a:gd name="csY16" fmla="*/ 1026425 h 2421274"/>
              <a:gd name="csX17" fmla="*/ 4308864 w 11656956"/>
              <a:gd name="csY17" fmla="*/ 1256669 h 2421274"/>
              <a:gd name="csX18" fmla="*/ 4361491 w 11656956"/>
              <a:gd name="csY18" fmla="*/ 1046160 h 2421274"/>
              <a:gd name="csX19" fmla="*/ 4460167 w 11656956"/>
              <a:gd name="csY19" fmla="*/ 1276405 h 2421274"/>
              <a:gd name="csX20" fmla="*/ 4532530 w 11656956"/>
              <a:gd name="csY20" fmla="*/ 954062 h 2421274"/>
              <a:gd name="csX21" fmla="*/ 4598314 w 11656956"/>
              <a:gd name="csY21" fmla="*/ 1296140 h 2421274"/>
              <a:gd name="csX22" fmla="*/ 4657520 w 11656956"/>
              <a:gd name="csY22" fmla="*/ 1006690 h 2421274"/>
              <a:gd name="csX23" fmla="*/ 4703569 w 11656956"/>
              <a:gd name="csY23" fmla="*/ 1289562 h 2421274"/>
              <a:gd name="csX24" fmla="*/ 4723304 w 11656956"/>
              <a:gd name="csY24" fmla="*/ 1019846 h 2421274"/>
              <a:gd name="csX25" fmla="*/ 4802245 w 11656956"/>
              <a:gd name="csY25" fmla="*/ 1289562 h 2421274"/>
              <a:gd name="csX26" fmla="*/ 4854872 w 11656956"/>
              <a:gd name="csY26" fmla="*/ 1046160 h 2421274"/>
              <a:gd name="csX27" fmla="*/ 4940392 w 11656956"/>
              <a:gd name="csY27" fmla="*/ 1276405 h 2421274"/>
              <a:gd name="csX28" fmla="*/ 5006176 w 11656956"/>
              <a:gd name="csY28" fmla="*/ 1026425 h 2421274"/>
              <a:gd name="csX29" fmla="*/ 5098274 w 11656956"/>
              <a:gd name="csY29" fmla="*/ 1256669 h 2421274"/>
              <a:gd name="csX30" fmla="*/ 5144323 w 11656956"/>
              <a:gd name="csY30" fmla="*/ 1026425 h 2421274"/>
              <a:gd name="csX31" fmla="*/ 5223264 w 11656956"/>
              <a:gd name="csY31" fmla="*/ 1250091 h 2421274"/>
              <a:gd name="csX32" fmla="*/ 5249577 w 11656956"/>
              <a:gd name="csY32" fmla="*/ 960641 h 2421274"/>
              <a:gd name="csX33" fmla="*/ 5295626 w 11656956"/>
              <a:gd name="csY33" fmla="*/ 1269826 h 2421274"/>
              <a:gd name="csX34" fmla="*/ 5341675 w 11656956"/>
              <a:gd name="csY34" fmla="*/ 993533 h 2421274"/>
              <a:gd name="csX35" fmla="*/ 5407459 w 11656956"/>
              <a:gd name="csY35" fmla="*/ 1263248 h 2421274"/>
              <a:gd name="csX36" fmla="*/ 5440351 w 11656956"/>
              <a:gd name="csY36" fmla="*/ 875121 h 2421274"/>
              <a:gd name="csX37" fmla="*/ 5499557 w 11656956"/>
              <a:gd name="csY37" fmla="*/ 1243513 h 2421274"/>
              <a:gd name="csX38" fmla="*/ 5565341 w 11656956"/>
              <a:gd name="csY38" fmla="*/ 908013 h 2421274"/>
              <a:gd name="csX39" fmla="*/ 5664018 w 11656956"/>
              <a:gd name="csY39" fmla="*/ 1250091 h 2421274"/>
              <a:gd name="csX40" fmla="*/ 5710066 w 11656956"/>
              <a:gd name="csY40" fmla="*/ 1000111 h 2421274"/>
              <a:gd name="csX41" fmla="*/ 5828478 w 11656956"/>
              <a:gd name="csY41" fmla="*/ 2276324 h 2421274"/>
              <a:gd name="csX42" fmla="*/ 5854792 w 11656956"/>
              <a:gd name="csY42" fmla="*/ 177809 h 2421274"/>
              <a:gd name="csX43" fmla="*/ 5913997 w 11656956"/>
              <a:gd name="csY43" fmla="*/ 2315795 h 2421274"/>
              <a:gd name="csX44" fmla="*/ 5986360 w 11656956"/>
              <a:gd name="csY44" fmla="*/ 289642 h 2421274"/>
              <a:gd name="csX45" fmla="*/ 6025830 w 11656956"/>
              <a:gd name="csY45" fmla="*/ 2276324 h 2421274"/>
              <a:gd name="csX46" fmla="*/ 6091615 w 11656956"/>
              <a:gd name="csY46" fmla="*/ 192 h 2421274"/>
              <a:gd name="csX47" fmla="*/ 6144242 w 11656956"/>
              <a:gd name="csY47" fmla="*/ 2421049 h 2421274"/>
              <a:gd name="csX48" fmla="*/ 6170556 w 11656956"/>
              <a:gd name="csY48" fmla="*/ 158074 h 2421274"/>
              <a:gd name="csX49" fmla="*/ 6229761 w 11656956"/>
              <a:gd name="csY49" fmla="*/ 2394736 h 2421274"/>
              <a:gd name="csX50" fmla="*/ 6282389 w 11656956"/>
              <a:gd name="csY50" fmla="*/ 408054 h 2421274"/>
              <a:gd name="csX51" fmla="*/ 6341594 w 11656956"/>
              <a:gd name="csY51" fmla="*/ 2236854 h 2421274"/>
              <a:gd name="csX52" fmla="*/ 6407379 w 11656956"/>
              <a:gd name="csY52" fmla="*/ 934327 h 2421274"/>
              <a:gd name="csX53" fmla="*/ 6440271 w 11656956"/>
              <a:gd name="csY53" fmla="*/ 1894776 h 2421274"/>
              <a:gd name="csX54" fmla="*/ 6499477 w 11656956"/>
              <a:gd name="csY54" fmla="*/ 822494 h 2421274"/>
              <a:gd name="csX55" fmla="*/ 6532369 w 11656956"/>
              <a:gd name="csY55" fmla="*/ 1914511 h 2421274"/>
              <a:gd name="csX56" fmla="*/ 6578418 w 11656956"/>
              <a:gd name="csY56" fmla="*/ 408054 h 2421274"/>
              <a:gd name="csX57" fmla="*/ 6677094 w 11656956"/>
              <a:gd name="csY57" fmla="*/ 2164491 h 2421274"/>
              <a:gd name="csX58" fmla="*/ 6683672 w 11656956"/>
              <a:gd name="csY58" fmla="*/ 427789 h 2421274"/>
              <a:gd name="csX59" fmla="*/ 6749456 w 11656956"/>
              <a:gd name="csY59" fmla="*/ 1460600 h 2421274"/>
              <a:gd name="csX60" fmla="*/ 6762613 w 11656956"/>
              <a:gd name="csY60" fmla="*/ 269907 h 2421274"/>
              <a:gd name="csX61" fmla="*/ 6828397 w 11656956"/>
              <a:gd name="csY61" fmla="*/ 2388157 h 2421274"/>
              <a:gd name="csX62" fmla="*/ 6841554 w 11656956"/>
              <a:gd name="csY62" fmla="*/ 1348767 h 2421274"/>
              <a:gd name="csX63" fmla="*/ 6927074 w 11656956"/>
              <a:gd name="csY63" fmla="*/ 2111864 h 2421274"/>
              <a:gd name="csX64" fmla="*/ 6907338 w 11656956"/>
              <a:gd name="csY64" fmla="*/ 296221 h 2421274"/>
              <a:gd name="csX65" fmla="*/ 7012593 w 11656956"/>
              <a:gd name="csY65" fmla="*/ 2046080 h 2421274"/>
              <a:gd name="csX66" fmla="*/ 7045485 w 11656956"/>
              <a:gd name="csY66" fmla="*/ 309377 h 2421274"/>
              <a:gd name="csX67" fmla="*/ 7104691 w 11656956"/>
              <a:gd name="csY67" fmla="*/ 2026344 h 2421274"/>
              <a:gd name="csX68" fmla="*/ 7131005 w 11656956"/>
              <a:gd name="csY68" fmla="*/ 480416 h 2421274"/>
              <a:gd name="csX69" fmla="*/ 7203367 w 11656956"/>
              <a:gd name="csY69" fmla="*/ 1842149 h 2421274"/>
              <a:gd name="csX70" fmla="*/ 7216524 w 11656956"/>
              <a:gd name="csY70" fmla="*/ 677769 h 2421274"/>
              <a:gd name="csX71" fmla="*/ 7282308 w 11656956"/>
              <a:gd name="csY71" fmla="*/ 2013187 h 2421274"/>
              <a:gd name="csX72" fmla="*/ 7367828 w 11656956"/>
              <a:gd name="csY72" fmla="*/ 394897 h 2421274"/>
              <a:gd name="csX73" fmla="*/ 7400720 w 11656956"/>
              <a:gd name="csY73" fmla="*/ 1980295 h 2421274"/>
              <a:gd name="csX74" fmla="*/ 7512553 w 11656956"/>
              <a:gd name="csY74" fmla="*/ 519887 h 2421274"/>
              <a:gd name="csX75" fmla="*/ 7578337 w 11656956"/>
              <a:gd name="csY75" fmla="*/ 2000031 h 2421274"/>
              <a:gd name="csX76" fmla="*/ 7611229 w 11656956"/>
              <a:gd name="csY76" fmla="*/ 815916 h 2421274"/>
              <a:gd name="csX77" fmla="*/ 7696748 w 11656956"/>
              <a:gd name="csY77" fmla="*/ 1855305 h 2421274"/>
              <a:gd name="csX78" fmla="*/ 7723062 w 11656956"/>
              <a:gd name="csY78" fmla="*/ 697504 h 2421274"/>
              <a:gd name="csX79" fmla="*/ 7775689 w 11656956"/>
              <a:gd name="csY79" fmla="*/ 1822413 h 2421274"/>
              <a:gd name="csX80" fmla="*/ 7808582 w 11656956"/>
              <a:gd name="csY80" fmla="*/ 829072 h 2421274"/>
              <a:gd name="csX81" fmla="*/ 7880944 w 11656956"/>
              <a:gd name="csY81" fmla="*/ 1782943 h 2421274"/>
              <a:gd name="csX82" fmla="*/ 7933571 w 11656956"/>
              <a:gd name="csY82" fmla="*/ 940905 h 2421274"/>
              <a:gd name="csX83" fmla="*/ 7992777 w 11656956"/>
              <a:gd name="csY83" fmla="*/ 1697423 h 2421274"/>
              <a:gd name="csX84" fmla="*/ 8045405 w 11656956"/>
              <a:gd name="csY84" fmla="*/ 901435 h 2421274"/>
              <a:gd name="csX85" fmla="*/ 8124346 w 11656956"/>
              <a:gd name="csY85" fmla="*/ 1664531 h 2421274"/>
              <a:gd name="csX86" fmla="*/ 8190130 w 11656956"/>
              <a:gd name="csY86" fmla="*/ 1013268 h 2421274"/>
              <a:gd name="csX87" fmla="*/ 8216443 w 11656956"/>
              <a:gd name="csY87" fmla="*/ 1421130 h 2421274"/>
              <a:gd name="csX88" fmla="*/ 8242757 w 11656956"/>
              <a:gd name="csY88" fmla="*/ 1144836 h 2421274"/>
              <a:gd name="csX89" fmla="*/ 8328277 w 11656956"/>
              <a:gd name="csY89" fmla="*/ 1704002 h 2421274"/>
              <a:gd name="csX90" fmla="*/ 8354590 w 11656956"/>
              <a:gd name="csY90" fmla="*/ 1263248 h 2421274"/>
              <a:gd name="csX91" fmla="*/ 8453266 w 11656956"/>
              <a:gd name="csY91" fmla="*/ 1664531 h 2421274"/>
              <a:gd name="csX92" fmla="*/ 8486159 w 11656956"/>
              <a:gd name="csY92" fmla="*/ 1006690 h 2421274"/>
              <a:gd name="csX93" fmla="*/ 8565100 w 11656956"/>
              <a:gd name="csY93" fmla="*/ 1651375 h 2421274"/>
              <a:gd name="csX94" fmla="*/ 8591413 w 11656956"/>
              <a:gd name="csY94" fmla="*/ 1118523 h 2421274"/>
              <a:gd name="csX95" fmla="*/ 8663776 w 11656956"/>
              <a:gd name="csY95" fmla="*/ 1585590 h 2421274"/>
              <a:gd name="csX96" fmla="*/ 8722982 w 11656956"/>
              <a:gd name="csY96" fmla="*/ 1210621 h 2421274"/>
              <a:gd name="csX97" fmla="*/ 8782187 w 11656956"/>
              <a:gd name="csY97" fmla="*/ 1592169 h 2421274"/>
              <a:gd name="csX98" fmla="*/ 8841393 w 11656956"/>
              <a:gd name="csY98" fmla="*/ 1269826 h 2421274"/>
              <a:gd name="csX99" fmla="*/ 8894020 w 11656956"/>
              <a:gd name="csY99" fmla="*/ 1493493 h 2421274"/>
              <a:gd name="csX100" fmla="*/ 8926912 w 11656956"/>
              <a:gd name="csY100" fmla="*/ 1296140 h 2421274"/>
              <a:gd name="csX101" fmla="*/ 8979540 w 11656956"/>
              <a:gd name="csY101" fmla="*/ 1559277 h 2421274"/>
              <a:gd name="csX102" fmla="*/ 9051902 w 11656956"/>
              <a:gd name="csY102" fmla="*/ 1289562 h 2421274"/>
              <a:gd name="csX103" fmla="*/ 9117687 w 11656956"/>
              <a:gd name="csY103" fmla="*/ 1539541 h 2421274"/>
              <a:gd name="csX104" fmla="*/ 9130843 w 11656956"/>
              <a:gd name="csY104" fmla="*/ 1243513 h 2421274"/>
              <a:gd name="csX105" fmla="*/ 9183471 w 11656956"/>
              <a:gd name="csY105" fmla="*/ 1486914 h 2421274"/>
              <a:gd name="csX106" fmla="*/ 9222941 w 11656956"/>
              <a:gd name="csY106" fmla="*/ 1190885 h 2421274"/>
              <a:gd name="csX107" fmla="*/ 9268990 w 11656956"/>
              <a:gd name="csY107" fmla="*/ 1493493 h 2421274"/>
              <a:gd name="csX108" fmla="*/ 9380823 w 11656956"/>
              <a:gd name="csY108" fmla="*/ 1256669 h 2421274"/>
              <a:gd name="csX109" fmla="*/ 9466343 w 11656956"/>
              <a:gd name="csY109" fmla="*/ 1394816 h 2421274"/>
              <a:gd name="csX110" fmla="*/ 9551862 w 11656956"/>
              <a:gd name="csY110" fmla="*/ 1250091 h 2421274"/>
              <a:gd name="csX111" fmla="*/ 9611068 w 11656956"/>
              <a:gd name="csY111" fmla="*/ 1335610 h 2421274"/>
              <a:gd name="csX112" fmla="*/ 9709744 w 11656956"/>
              <a:gd name="csY112" fmla="*/ 1269826 h 2421274"/>
              <a:gd name="csX113" fmla="*/ 9768950 w 11656956"/>
              <a:gd name="csY113" fmla="*/ 1335610 h 2421274"/>
              <a:gd name="csX114" fmla="*/ 9834734 w 11656956"/>
              <a:gd name="csY114" fmla="*/ 1269826 h 2421274"/>
              <a:gd name="csX115" fmla="*/ 9887361 w 11656956"/>
              <a:gd name="csY115" fmla="*/ 1322454 h 2421274"/>
              <a:gd name="csX116" fmla="*/ 9939989 w 11656956"/>
              <a:gd name="csY116" fmla="*/ 1256669 h 2421274"/>
              <a:gd name="csX117" fmla="*/ 9999194 w 11656956"/>
              <a:gd name="csY117" fmla="*/ 1315875 h 2421274"/>
              <a:gd name="csX118" fmla="*/ 10045243 w 11656956"/>
              <a:gd name="csY118" fmla="*/ 1263248 h 2421274"/>
              <a:gd name="csX119" fmla="*/ 10130763 w 11656956"/>
              <a:gd name="csY119" fmla="*/ 1315875 h 2421274"/>
              <a:gd name="csX120" fmla="*/ 10236018 w 11656956"/>
              <a:gd name="csY120" fmla="*/ 1263248 h 2421274"/>
              <a:gd name="csX121" fmla="*/ 10328115 w 11656956"/>
              <a:gd name="csY121" fmla="*/ 1302718 h 2421274"/>
              <a:gd name="csX122" fmla="*/ 10393900 w 11656956"/>
              <a:gd name="csY122" fmla="*/ 1276405 h 2421274"/>
              <a:gd name="csX123" fmla="*/ 10512311 w 11656956"/>
              <a:gd name="csY123" fmla="*/ 1302718 h 2421274"/>
              <a:gd name="csX124" fmla="*/ 10663615 w 11656956"/>
              <a:gd name="csY124" fmla="*/ 1276405 h 2421274"/>
              <a:gd name="csX125" fmla="*/ 10775448 w 11656956"/>
              <a:gd name="csY125" fmla="*/ 1302718 h 2421274"/>
              <a:gd name="csX126" fmla="*/ 10841232 w 11656956"/>
              <a:gd name="csY126" fmla="*/ 1302718 h 2421274"/>
              <a:gd name="csX127" fmla="*/ 10920173 w 11656956"/>
              <a:gd name="csY127" fmla="*/ 1335610 h 2421274"/>
              <a:gd name="csX128" fmla="*/ 11110947 w 11656956"/>
              <a:gd name="csY128" fmla="*/ 1322454 h 2421274"/>
              <a:gd name="csX129" fmla="*/ 11209623 w 11656956"/>
              <a:gd name="csY129" fmla="*/ 1329032 h 2421274"/>
              <a:gd name="csX130" fmla="*/ 11341192 w 11656956"/>
              <a:gd name="csY130" fmla="*/ 1361924 h 2421274"/>
              <a:gd name="csX131" fmla="*/ 11466182 w 11656956"/>
              <a:gd name="csY131" fmla="*/ 1348767 h 2421274"/>
              <a:gd name="csX132" fmla="*/ 11656956 w 11656956"/>
              <a:gd name="csY132" fmla="*/ 1302718 h 2421274"/>
              <a:gd name="csX0" fmla="*/ 0 w 11466182"/>
              <a:gd name="csY0" fmla="*/ 1138258 h 2421274"/>
              <a:gd name="csX1" fmla="*/ 1434095 w 11466182"/>
              <a:gd name="csY1" fmla="*/ 1144836 h 2421274"/>
              <a:gd name="csX2" fmla="*/ 2605053 w 11466182"/>
              <a:gd name="csY2" fmla="*/ 1125101 h 2421274"/>
              <a:gd name="csX3" fmla="*/ 3427356 w 11466182"/>
              <a:gd name="csY3" fmla="*/ 1131680 h 2421274"/>
              <a:gd name="csX4" fmla="*/ 3473405 w 11466182"/>
              <a:gd name="csY4" fmla="*/ 1125101 h 2421274"/>
              <a:gd name="csX5" fmla="*/ 3585238 w 11466182"/>
              <a:gd name="csY5" fmla="*/ 1256669 h 2421274"/>
              <a:gd name="csX6" fmla="*/ 3624708 w 11466182"/>
              <a:gd name="csY6" fmla="*/ 1197464 h 2421274"/>
              <a:gd name="csX7" fmla="*/ 3710228 w 11466182"/>
              <a:gd name="csY7" fmla="*/ 1282983 h 2421274"/>
              <a:gd name="csX8" fmla="*/ 3789169 w 11466182"/>
              <a:gd name="csY8" fmla="*/ 1039582 h 2421274"/>
              <a:gd name="csX9" fmla="*/ 3854953 w 11466182"/>
              <a:gd name="csY9" fmla="*/ 1282983 h 2421274"/>
              <a:gd name="csX10" fmla="*/ 3940472 w 11466182"/>
              <a:gd name="csY10" fmla="*/ 1026425 h 2421274"/>
              <a:gd name="csX11" fmla="*/ 4012835 w 11466182"/>
              <a:gd name="csY11" fmla="*/ 1250091 h 2421274"/>
              <a:gd name="csX12" fmla="*/ 4098354 w 11466182"/>
              <a:gd name="csY12" fmla="*/ 1039582 h 2421274"/>
              <a:gd name="csX13" fmla="*/ 4137825 w 11466182"/>
              <a:gd name="csY13" fmla="*/ 1263248 h 2421274"/>
              <a:gd name="csX14" fmla="*/ 4170717 w 11466182"/>
              <a:gd name="csY14" fmla="*/ 1039582 h 2421274"/>
              <a:gd name="csX15" fmla="*/ 4243079 w 11466182"/>
              <a:gd name="csY15" fmla="*/ 1250091 h 2421274"/>
              <a:gd name="csX16" fmla="*/ 4249658 w 11466182"/>
              <a:gd name="csY16" fmla="*/ 1026425 h 2421274"/>
              <a:gd name="csX17" fmla="*/ 4308864 w 11466182"/>
              <a:gd name="csY17" fmla="*/ 1256669 h 2421274"/>
              <a:gd name="csX18" fmla="*/ 4361491 w 11466182"/>
              <a:gd name="csY18" fmla="*/ 1046160 h 2421274"/>
              <a:gd name="csX19" fmla="*/ 4460167 w 11466182"/>
              <a:gd name="csY19" fmla="*/ 1276405 h 2421274"/>
              <a:gd name="csX20" fmla="*/ 4532530 w 11466182"/>
              <a:gd name="csY20" fmla="*/ 954062 h 2421274"/>
              <a:gd name="csX21" fmla="*/ 4598314 w 11466182"/>
              <a:gd name="csY21" fmla="*/ 1296140 h 2421274"/>
              <a:gd name="csX22" fmla="*/ 4657520 w 11466182"/>
              <a:gd name="csY22" fmla="*/ 1006690 h 2421274"/>
              <a:gd name="csX23" fmla="*/ 4703569 w 11466182"/>
              <a:gd name="csY23" fmla="*/ 1289562 h 2421274"/>
              <a:gd name="csX24" fmla="*/ 4723304 w 11466182"/>
              <a:gd name="csY24" fmla="*/ 1019846 h 2421274"/>
              <a:gd name="csX25" fmla="*/ 4802245 w 11466182"/>
              <a:gd name="csY25" fmla="*/ 1289562 h 2421274"/>
              <a:gd name="csX26" fmla="*/ 4854872 w 11466182"/>
              <a:gd name="csY26" fmla="*/ 1046160 h 2421274"/>
              <a:gd name="csX27" fmla="*/ 4940392 w 11466182"/>
              <a:gd name="csY27" fmla="*/ 1276405 h 2421274"/>
              <a:gd name="csX28" fmla="*/ 5006176 w 11466182"/>
              <a:gd name="csY28" fmla="*/ 1026425 h 2421274"/>
              <a:gd name="csX29" fmla="*/ 5098274 w 11466182"/>
              <a:gd name="csY29" fmla="*/ 1256669 h 2421274"/>
              <a:gd name="csX30" fmla="*/ 5144323 w 11466182"/>
              <a:gd name="csY30" fmla="*/ 1026425 h 2421274"/>
              <a:gd name="csX31" fmla="*/ 5223264 w 11466182"/>
              <a:gd name="csY31" fmla="*/ 1250091 h 2421274"/>
              <a:gd name="csX32" fmla="*/ 5249577 w 11466182"/>
              <a:gd name="csY32" fmla="*/ 960641 h 2421274"/>
              <a:gd name="csX33" fmla="*/ 5295626 w 11466182"/>
              <a:gd name="csY33" fmla="*/ 1269826 h 2421274"/>
              <a:gd name="csX34" fmla="*/ 5341675 w 11466182"/>
              <a:gd name="csY34" fmla="*/ 993533 h 2421274"/>
              <a:gd name="csX35" fmla="*/ 5407459 w 11466182"/>
              <a:gd name="csY35" fmla="*/ 1263248 h 2421274"/>
              <a:gd name="csX36" fmla="*/ 5440351 w 11466182"/>
              <a:gd name="csY36" fmla="*/ 875121 h 2421274"/>
              <a:gd name="csX37" fmla="*/ 5499557 w 11466182"/>
              <a:gd name="csY37" fmla="*/ 1243513 h 2421274"/>
              <a:gd name="csX38" fmla="*/ 5565341 w 11466182"/>
              <a:gd name="csY38" fmla="*/ 908013 h 2421274"/>
              <a:gd name="csX39" fmla="*/ 5664018 w 11466182"/>
              <a:gd name="csY39" fmla="*/ 1250091 h 2421274"/>
              <a:gd name="csX40" fmla="*/ 5710066 w 11466182"/>
              <a:gd name="csY40" fmla="*/ 1000111 h 2421274"/>
              <a:gd name="csX41" fmla="*/ 5828478 w 11466182"/>
              <a:gd name="csY41" fmla="*/ 2276324 h 2421274"/>
              <a:gd name="csX42" fmla="*/ 5854792 w 11466182"/>
              <a:gd name="csY42" fmla="*/ 177809 h 2421274"/>
              <a:gd name="csX43" fmla="*/ 5913997 w 11466182"/>
              <a:gd name="csY43" fmla="*/ 2315795 h 2421274"/>
              <a:gd name="csX44" fmla="*/ 5986360 w 11466182"/>
              <a:gd name="csY44" fmla="*/ 289642 h 2421274"/>
              <a:gd name="csX45" fmla="*/ 6025830 w 11466182"/>
              <a:gd name="csY45" fmla="*/ 2276324 h 2421274"/>
              <a:gd name="csX46" fmla="*/ 6091615 w 11466182"/>
              <a:gd name="csY46" fmla="*/ 192 h 2421274"/>
              <a:gd name="csX47" fmla="*/ 6144242 w 11466182"/>
              <a:gd name="csY47" fmla="*/ 2421049 h 2421274"/>
              <a:gd name="csX48" fmla="*/ 6170556 w 11466182"/>
              <a:gd name="csY48" fmla="*/ 158074 h 2421274"/>
              <a:gd name="csX49" fmla="*/ 6229761 w 11466182"/>
              <a:gd name="csY49" fmla="*/ 2394736 h 2421274"/>
              <a:gd name="csX50" fmla="*/ 6282389 w 11466182"/>
              <a:gd name="csY50" fmla="*/ 408054 h 2421274"/>
              <a:gd name="csX51" fmla="*/ 6341594 w 11466182"/>
              <a:gd name="csY51" fmla="*/ 2236854 h 2421274"/>
              <a:gd name="csX52" fmla="*/ 6407379 w 11466182"/>
              <a:gd name="csY52" fmla="*/ 934327 h 2421274"/>
              <a:gd name="csX53" fmla="*/ 6440271 w 11466182"/>
              <a:gd name="csY53" fmla="*/ 1894776 h 2421274"/>
              <a:gd name="csX54" fmla="*/ 6499477 w 11466182"/>
              <a:gd name="csY54" fmla="*/ 822494 h 2421274"/>
              <a:gd name="csX55" fmla="*/ 6532369 w 11466182"/>
              <a:gd name="csY55" fmla="*/ 1914511 h 2421274"/>
              <a:gd name="csX56" fmla="*/ 6578418 w 11466182"/>
              <a:gd name="csY56" fmla="*/ 408054 h 2421274"/>
              <a:gd name="csX57" fmla="*/ 6677094 w 11466182"/>
              <a:gd name="csY57" fmla="*/ 2164491 h 2421274"/>
              <a:gd name="csX58" fmla="*/ 6683672 w 11466182"/>
              <a:gd name="csY58" fmla="*/ 427789 h 2421274"/>
              <a:gd name="csX59" fmla="*/ 6749456 w 11466182"/>
              <a:gd name="csY59" fmla="*/ 1460600 h 2421274"/>
              <a:gd name="csX60" fmla="*/ 6762613 w 11466182"/>
              <a:gd name="csY60" fmla="*/ 269907 h 2421274"/>
              <a:gd name="csX61" fmla="*/ 6828397 w 11466182"/>
              <a:gd name="csY61" fmla="*/ 2388157 h 2421274"/>
              <a:gd name="csX62" fmla="*/ 6841554 w 11466182"/>
              <a:gd name="csY62" fmla="*/ 1348767 h 2421274"/>
              <a:gd name="csX63" fmla="*/ 6927074 w 11466182"/>
              <a:gd name="csY63" fmla="*/ 2111864 h 2421274"/>
              <a:gd name="csX64" fmla="*/ 6907338 w 11466182"/>
              <a:gd name="csY64" fmla="*/ 296221 h 2421274"/>
              <a:gd name="csX65" fmla="*/ 7012593 w 11466182"/>
              <a:gd name="csY65" fmla="*/ 2046080 h 2421274"/>
              <a:gd name="csX66" fmla="*/ 7045485 w 11466182"/>
              <a:gd name="csY66" fmla="*/ 309377 h 2421274"/>
              <a:gd name="csX67" fmla="*/ 7104691 w 11466182"/>
              <a:gd name="csY67" fmla="*/ 2026344 h 2421274"/>
              <a:gd name="csX68" fmla="*/ 7131005 w 11466182"/>
              <a:gd name="csY68" fmla="*/ 480416 h 2421274"/>
              <a:gd name="csX69" fmla="*/ 7203367 w 11466182"/>
              <a:gd name="csY69" fmla="*/ 1842149 h 2421274"/>
              <a:gd name="csX70" fmla="*/ 7216524 w 11466182"/>
              <a:gd name="csY70" fmla="*/ 677769 h 2421274"/>
              <a:gd name="csX71" fmla="*/ 7282308 w 11466182"/>
              <a:gd name="csY71" fmla="*/ 2013187 h 2421274"/>
              <a:gd name="csX72" fmla="*/ 7367828 w 11466182"/>
              <a:gd name="csY72" fmla="*/ 394897 h 2421274"/>
              <a:gd name="csX73" fmla="*/ 7400720 w 11466182"/>
              <a:gd name="csY73" fmla="*/ 1980295 h 2421274"/>
              <a:gd name="csX74" fmla="*/ 7512553 w 11466182"/>
              <a:gd name="csY74" fmla="*/ 519887 h 2421274"/>
              <a:gd name="csX75" fmla="*/ 7578337 w 11466182"/>
              <a:gd name="csY75" fmla="*/ 2000031 h 2421274"/>
              <a:gd name="csX76" fmla="*/ 7611229 w 11466182"/>
              <a:gd name="csY76" fmla="*/ 815916 h 2421274"/>
              <a:gd name="csX77" fmla="*/ 7696748 w 11466182"/>
              <a:gd name="csY77" fmla="*/ 1855305 h 2421274"/>
              <a:gd name="csX78" fmla="*/ 7723062 w 11466182"/>
              <a:gd name="csY78" fmla="*/ 697504 h 2421274"/>
              <a:gd name="csX79" fmla="*/ 7775689 w 11466182"/>
              <a:gd name="csY79" fmla="*/ 1822413 h 2421274"/>
              <a:gd name="csX80" fmla="*/ 7808582 w 11466182"/>
              <a:gd name="csY80" fmla="*/ 829072 h 2421274"/>
              <a:gd name="csX81" fmla="*/ 7880944 w 11466182"/>
              <a:gd name="csY81" fmla="*/ 1782943 h 2421274"/>
              <a:gd name="csX82" fmla="*/ 7933571 w 11466182"/>
              <a:gd name="csY82" fmla="*/ 940905 h 2421274"/>
              <a:gd name="csX83" fmla="*/ 7992777 w 11466182"/>
              <a:gd name="csY83" fmla="*/ 1697423 h 2421274"/>
              <a:gd name="csX84" fmla="*/ 8045405 w 11466182"/>
              <a:gd name="csY84" fmla="*/ 901435 h 2421274"/>
              <a:gd name="csX85" fmla="*/ 8124346 w 11466182"/>
              <a:gd name="csY85" fmla="*/ 1664531 h 2421274"/>
              <a:gd name="csX86" fmla="*/ 8190130 w 11466182"/>
              <a:gd name="csY86" fmla="*/ 1013268 h 2421274"/>
              <a:gd name="csX87" fmla="*/ 8216443 w 11466182"/>
              <a:gd name="csY87" fmla="*/ 1421130 h 2421274"/>
              <a:gd name="csX88" fmla="*/ 8242757 w 11466182"/>
              <a:gd name="csY88" fmla="*/ 1144836 h 2421274"/>
              <a:gd name="csX89" fmla="*/ 8328277 w 11466182"/>
              <a:gd name="csY89" fmla="*/ 1704002 h 2421274"/>
              <a:gd name="csX90" fmla="*/ 8354590 w 11466182"/>
              <a:gd name="csY90" fmla="*/ 1263248 h 2421274"/>
              <a:gd name="csX91" fmla="*/ 8453266 w 11466182"/>
              <a:gd name="csY91" fmla="*/ 1664531 h 2421274"/>
              <a:gd name="csX92" fmla="*/ 8486159 w 11466182"/>
              <a:gd name="csY92" fmla="*/ 1006690 h 2421274"/>
              <a:gd name="csX93" fmla="*/ 8565100 w 11466182"/>
              <a:gd name="csY93" fmla="*/ 1651375 h 2421274"/>
              <a:gd name="csX94" fmla="*/ 8591413 w 11466182"/>
              <a:gd name="csY94" fmla="*/ 1118523 h 2421274"/>
              <a:gd name="csX95" fmla="*/ 8663776 w 11466182"/>
              <a:gd name="csY95" fmla="*/ 1585590 h 2421274"/>
              <a:gd name="csX96" fmla="*/ 8722982 w 11466182"/>
              <a:gd name="csY96" fmla="*/ 1210621 h 2421274"/>
              <a:gd name="csX97" fmla="*/ 8782187 w 11466182"/>
              <a:gd name="csY97" fmla="*/ 1592169 h 2421274"/>
              <a:gd name="csX98" fmla="*/ 8841393 w 11466182"/>
              <a:gd name="csY98" fmla="*/ 1269826 h 2421274"/>
              <a:gd name="csX99" fmla="*/ 8894020 w 11466182"/>
              <a:gd name="csY99" fmla="*/ 1493493 h 2421274"/>
              <a:gd name="csX100" fmla="*/ 8926912 w 11466182"/>
              <a:gd name="csY100" fmla="*/ 1296140 h 2421274"/>
              <a:gd name="csX101" fmla="*/ 8979540 w 11466182"/>
              <a:gd name="csY101" fmla="*/ 1559277 h 2421274"/>
              <a:gd name="csX102" fmla="*/ 9051902 w 11466182"/>
              <a:gd name="csY102" fmla="*/ 1289562 h 2421274"/>
              <a:gd name="csX103" fmla="*/ 9117687 w 11466182"/>
              <a:gd name="csY103" fmla="*/ 1539541 h 2421274"/>
              <a:gd name="csX104" fmla="*/ 9130843 w 11466182"/>
              <a:gd name="csY104" fmla="*/ 1243513 h 2421274"/>
              <a:gd name="csX105" fmla="*/ 9183471 w 11466182"/>
              <a:gd name="csY105" fmla="*/ 1486914 h 2421274"/>
              <a:gd name="csX106" fmla="*/ 9222941 w 11466182"/>
              <a:gd name="csY106" fmla="*/ 1190885 h 2421274"/>
              <a:gd name="csX107" fmla="*/ 9268990 w 11466182"/>
              <a:gd name="csY107" fmla="*/ 1493493 h 2421274"/>
              <a:gd name="csX108" fmla="*/ 9380823 w 11466182"/>
              <a:gd name="csY108" fmla="*/ 1256669 h 2421274"/>
              <a:gd name="csX109" fmla="*/ 9466343 w 11466182"/>
              <a:gd name="csY109" fmla="*/ 1394816 h 2421274"/>
              <a:gd name="csX110" fmla="*/ 9551862 w 11466182"/>
              <a:gd name="csY110" fmla="*/ 1250091 h 2421274"/>
              <a:gd name="csX111" fmla="*/ 9611068 w 11466182"/>
              <a:gd name="csY111" fmla="*/ 1335610 h 2421274"/>
              <a:gd name="csX112" fmla="*/ 9709744 w 11466182"/>
              <a:gd name="csY112" fmla="*/ 1269826 h 2421274"/>
              <a:gd name="csX113" fmla="*/ 9768950 w 11466182"/>
              <a:gd name="csY113" fmla="*/ 1335610 h 2421274"/>
              <a:gd name="csX114" fmla="*/ 9834734 w 11466182"/>
              <a:gd name="csY114" fmla="*/ 1269826 h 2421274"/>
              <a:gd name="csX115" fmla="*/ 9887361 w 11466182"/>
              <a:gd name="csY115" fmla="*/ 1322454 h 2421274"/>
              <a:gd name="csX116" fmla="*/ 9939989 w 11466182"/>
              <a:gd name="csY116" fmla="*/ 1256669 h 2421274"/>
              <a:gd name="csX117" fmla="*/ 9999194 w 11466182"/>
              <a:gd name="csY117" fmla="*/ 1315875 h 2421274"/>
              <a:gd name="csX118" fmla="*/ 10045243 w 11466182"/>
              <a:gd name="csY118" fmla="*/ 1263248 h 2421274"/>
              <a:gd name="csX119" fmla="*/ 10130763 w 11466182"/>
              <a:gd name="csY119" fmla="*/ 1315875 h 2421274"/>
              <a:gd name="csX120" fmla="*/ 10236018 w 11466182"/>
              <a:gd name="csY120" fmla="*/ 1263248 h 2421274"/>
              <a:gd name="csX121" fmla="*/ 10328115 w 11466182"/>
              <a:gd name="csY121" fmla="*/ 1302718 h 2421274"/>
              <a:gd name="csX122" fmla="*/ 10393900 w 11466182"/>
              <a:gd name="csY122" fmla="*/ 1276405 h 2421274"/>
              <a:gd name="csX123" fmla="*/ 10512311 w 11466182"/>
              <a:gd name="csY123" fmla="*/ 1302718 h 2421274"/>
              <a:gd name="csX124" fmla="*/ 10663615 w 11466182"/>
              <a:gd name="csY124" fmla="*/ 1276405 h 2421274"/>
              <a:gd name="csX125" fmla="*/ 10775448 w 11466182"/>
              <a:gd name="csY125" fmla="*/ 1302718 h 2421274"/>
              <a:gd name="csX126" fmla="*/ 10841232 w 11466182"/>
              <a:gd name="csY126" fmla="*/ 1302718 h 2421274"/>
              <a:gd name="csX127" fmla="*/ 10920173 w 11466182"/>
              <a:gd name="csY127" fmla="*/ 1335610 h 2421274"/>
              <a:gd name="csX128" fmla="*/ 11110947 w 11466182"/>
              <a:gd name="csY128" fmla="*/ 1322454 h 2421274"/>
              <a:gd name="csX129" fmla="*/ 11209623 w 11466182"/>
              <a:gd name="csY129" fmla="*/ 1329032 h 2421274"/>
              <a:gd name="csX130" fmla="*/ 11341192 w 11466182"/>
              <a:gd name="csY130" fmla="*/ 1361924 h 2421274"/>
              <a:gd name="csX131" fmla="*/ 11466182 w 11466182"/>
              <a:gd name="csY131" fmla="*/ 1348767 h 2421274"/>
              <a:gd name="csX0" fmla="*/ 0 w 11341192"/>
              <a:gd name="csY0" fmla="*/ 1138258 h 2421274"/>
              <a:gd name="csX1" fmla="*/ 1434095 w 11341192"/>
              <a:gd name="csY1" fmla="*/ 1144836 h 2421274"/>
              <a:gd name="csX2" fmla="*/ 2605053 w 11341192"/>
              <a:gd name="csY2" fmla="*/ 1125101 h 2421274"/>
              <a:gd name="csX3" fmla="*/ 3427356 w 11341192"/>
              <a:gd name="csY3" fmla="*/ 1131680 h 2421274"/>
              <a:gd name="csX4" fmla="*/ 3473405 w 11341192"/>
              <a:gd name="csY4" fmla="*/ 1125101 h 2421274"/>
              <a:gd name="csX5" fmla="*/ 3585238 w 11341192"/>
              <a:gd name="csY5" fmla="*/ 1256669 h 2421274"/>
              <a:gd name="csX6" fmla="*/ 3624708 w 11341192"/>
              <a:gd name="csY6" fmla="*/ 1197464 h 2421274"/>
              <a:gd name="csX7" fmla="*/ 3710228 w 11341192"/>
              <a:gd name="csY7" fmla="*/ 1282983 h 2421274"/>
              <a:gd name="csX8" fmla="*/ 3789169 w 11341192"/>
              <a:gd name="csY8" fmla="*/ 1039582 h 2421274"/>
              <a:gd name="csX9" fmla="*/ 3854953 w 11341192"/>
              <a:gd name="csY9" fmla="*/ 1282983 h 2421274"/>
              <a:gd name="csX10" fmla="*/ 3940472 w 11341192"/>
              <a:gd name="csY10" fmla="*/ 1026425 h 2421274"/>
              <a:gd name="csX11" fmla="*/ 4012835 w 11341192"/>
              <a:gd name="csY11" fmla="*/ 1250091 h 2421274"/>
              <a:gd name="csX12" fmla="*/ 4098354 w 11341192"/>
              <a:gd name="csY12" fmla="*/ 1039582 h 2421274"/>
              <a:gd name="csX13" fmla="*/ 4137825 w 11341192"/>
              <a:gd name="csY13" fmla="*/ 1263248 h 2421274"/>
              <a:gd name="csX14" fmla="*/ 4170717 w 11341192"/>
              <a:gd name="csY14" fmla="*/ 1039582 h 2421274"/>
              <a:gd name="csX15" fmla="*/ 4243079 w 11341192"/>
              <a:gd name="csY15" fmla="*/ 1250091 h 2421274"/>
              <a:gd name="csX16" fmla="*/ 4249658 w 11341192"/>
              <a:gd name="csY16" fmla="*/ 1026425 h 2421274"/>
              <a:gd name="csX17" fmla="*/ 4308864 w 11341192"/>
              <a:gd name="csY17" fmla="*/ 1256669 h 2421274"/>
              <a:gd name="csX18" fmla="*/ 4361491 w 11341192"/>
              <a:gd name="csY18" fmla="*/ 1046160 h 2421274"/>
              <a:gd name="csX19" fmla="*/ 4460167 w 11341192"/>
              <a:gd name="csY19" fmla="*/ 1276405 h 2421274"/>
              <a:gd name="csX20" fmla="*/ 4532530 w 11341192"/>
              <a:gd name="csY20" fmla="*/ 954062 h 2421274"/>
              <a:gd name="csX21" fmla="*/ 4598314 w 11341192"/>
              <a:gd name="csY21" fmla="*/ 1296140 h 2421274"/>
              <a:gd name="csX22" fmla="*/ 4657520 w 11341192"/>
              <a:gd name="csY22" fmla="*/ 1006690 h 2421274"/>
              <a:gd name="csX23" fmla="*/ 4703569 w 11341192"/>
              <a:gd name="csY23" fmla="*/ 1289562 h 2421274"/>
              <a:gd name="csX24" fmla="*/ 4723304 w 11341192"/>
              <a:gd name="csY24" fmla="*/ 1019846 h 2421274"/>
              <a:gd name="csX25" fmla="*/ 4802245 w 11341192"/>
              <a:gd name="csY25" fmla="*/ 1289562 h 2421274"/>
              <a:gd name="csX26" fmla="*/ 4854872 w 11341192"/>
              <a:gd name="csY26" fmla="*/ 1046160 h 2421274"/>
              <a:gd name="csX27" fmla="*/ 4940392 w 11341192"/>
              <a:gd name="csY27" fmla="*/ 1276405 h 2421274"/>
              <a:gd name="csX28" fmla="*/ 5006176 w 11341192"/>
              <a:gd name="csY28" fmla="*/ 1026425 h 2421274"/>
              <a:gd name="csX29" fmla="*/ 5098274 w 11341192"/>
              <a:gd name="csY29" fmla="*/ 1256669 h 2421274"/>
              <a:gd name="csX30" fmla="*/ 5144323 w 11341192"/>
              <a:gd name="csY30" fmla="*/ 1026425 h 2421274"/>
              <a:gd name="csX31" fmla="*/ 5223264 w 11341192"/>
              <a:gd name="csY31" fmla="*/ 1250091 h 2421274"/>
              <a:gd name="csX32" fmla="*/ 5249577 w 11341192"/>
              <a:gd name="csY32" fmla="*/ 960641 h 2421274"/>
              <a:gd name="csX33" fmla="*/ 5295626 w 11341192"/>
              <a:gd name="csY33" fmla="*/ 1269826 h 2421274"/>
              <a:gd name="csX34" fmla="*/ 5341675 w 11341192"/>
              <a:gd name="csY34" fmla="*/ 993533 h 2421274"/>
              <a:gd name="csX35" fmla="*/ 5407459 w 11341192"/>
              <a:gd name="csY35" fmla="*/ 1263248 h 2421274"/>
              <a:gd name="csX36" fmla="*/ 5440351 w 11341192"/>
              <a:gd name="csY36" fmla="*/ 875121 h 2421274"/>
              <a:gd name="csX37" fmla="*/ 5499557 w 11341192"/>
              <a:gd name="csY37" fmla="*/ 1243513 h 2421274"/>
              <a:gd name="csX38" fmla="*/ 5565341 w 11341192"/>
              <a:gd name="csY38" fmla="*/ 908013 h 2421274"/>
              <a:gd name="csX39" fmla="*/ 5664018 w 11341192"/>
              <a:gd name="csY39" fmla="*/ 1250091 h 2421274"/>
              <a:gd name="csX40" fmla="*/ 5710066 w 11341192"/>
              <a:gd name="csY40" fmla="*/ 1000111 h 2421274"/>
              <a:gd name="csX41" fmla="*/ 5828478 w 11341192"/>
              <a:gd name="csY41" fmla="*/ 2276324 h 2421274"/>
              <a:gd name="csX42" fmla="*/ 5854792 w 11341192"/>
              <a:gd name="csY42" fmla="*/ 177809 h 2421274"/>
              <a:gd name="csX43" fmla="*/ 5913997 w 11341192"/>
              <a:gd name="csY43" fmla="*/ 2315795 h 2421274"/>
              <a:gd name="csX44" fmla="*/ 5986360 w 11341192"/>
              <a:gd name="csY44" fmla="*/ 289642 h 2421274"/>
              <a:gd name="csX45" fmla="*/ 6025830 w 11341192"/>
              <a:gd name="csY45" fmla="*/ 2276324 h 2421274"/>
              <a:gd name="csX46" fmla="*/ 6091615 w 11341192"/>
              <a:gd name="csY46" fmla="*/ 192 h 2421274"/>
              <a:gd name="csX47" fmla="*/ 6144242 w 11341192"/>
              <a:gd name="csY47" fmla="*/ 2421049 h 2421274"/>
              <a:gd name="csX48" fmla="*/ 6170556 w 11341192"/>
              <a:gd name="csY48" fmla="*/ 158074 h 2421274"/>
              <a:gd name="csX49" fmla="*/ 6229761 w 11341192"/>
              <a:gd name="csY49" fmla="*/ 2394736 h 2421274"/>
              <a:gd name="csX50" fmla="*/ 6282389 w 11341192"/>
              <a:gd name="csY50" fmla="*/ 408054 h 2421274"/>
              <a:gd name="csX51" fmla="*/ 6341594 w 11341192"/>
              <a:gd name="csY51" fmla="*/ 2236854 h 2421274"/>
              <a:gd name="csX52" fmla="*/ 6407379 w 11341192"/>
              <a:gd name="csY52" fmla="*/ 934327 h 2421274"/>
              <a:gd name="csX53" fmla="*/ 6440271 w 11341192"/>
              <a:gd name="csY53" fmla="*/ 1894776 h 2421274"/>
              <a:gd name="csX54" fmla="*/ 6499477 w 11341192"/>
              <a:gd name="csY54" fmla="*/ 822494 h 2421274"/>
              <a:gd name="csX55" fmla="*/ 6532369 w 11341192"/>
              <a:gd name="csY55" fmla="*/ 1914511 h 2421274"/>
              <a:gd name="csX56" fmla="*/ 6578418 w 11341192"/>
              <a:gd name="csY56" fmla="*/ 408054 h 2421274"/>
              <a:gd name="csX57" fmla="*/ 6677094 w 11341192"/>
              <a:gd name="csY57" fmla="*/ 2164491 h 2421274"/>
              <a:gd name="csX58" fmla="*/ 6683672 w 11341192"/>
              <a:gd name="csY58" fmla="*/ 427789 h 2421274"/>
              <a:gd name="csX59" fmla="*/ 6749456 w 11341192"/>
              <a:gd name="csY59" fmla="*/ 1460600 h 2421274"/>
              <a:gd name="csX60" fmla="*/ 6762613 w 11341192"/>
              <a:gd name="csY60" fmla="*/ 269907 h 2421274"/>
              <a:gd name="csX61" fmla="*/ 6828397 w 11341192"/>
              <a:gd name="csY61" fmla="*/ 2388157 h 2421274"/>
              <a:gd name="csX62" fmla="*/ 6841554 w 11341192"/>
              <a:gd name="csY62" fmla="*/ 1348767 h 2421274"/>
              <a:gd name="csX63" fmla="*/ 6927074 w 11341192"/>
              <a:gd name="csY63" fmla="*/ 2111864 h 2421274"/>
              <a:gd name="csX64" fmla="*/ 6907338 w 11341192"/>
              <a:gd name="csY64" fmla="*/ 296221 h 2421274"/>
              <a:gd name="csX65" fmla="*/ 7012593 w 11341192"/>
              <a:gd name="csY65" fmla="*/ 2046080 h 2421274"/>
              <a:gd name="csX66" fmla="*/ 7045485 w 11341192"/>
              <a:gd name="csY66" fmla="*/ 309377 h 2421274"/>
              <a:gd name="csX67" fmla="*/ 7104691 w 11341192"/>
              <a:gd name="csY67" fmla="*/ 2026344 h 2421274"/>
              <a:gd name="csX68" fmla="*/ 7131005 w 11341192"/>
              <a:gd name="csY68" fmla="*/ 480416 h 2421274"/>
              <a:gd name="csX69" fmla="*/ 7203367 w 11341192"/>
              <a:gd name="csY69" fmla="*/ 1842149 h 2421274"/>
              <a:gd name="csX70" fmla="*/ 7216524 w 11341192"/>
              <a:gd name="csY70" fmla="*/ 677769 h 2421274"/>
              <a:gd name="csX71" fmla="*/ 7282308 w 11341192"/>
              <a:gd name="csY71" fmla="*/ 2013187 h 2421274"/>
              <a:gd name="csX72" fmla="*/ 7367828 w 11341192"/>
              <a:gd name="csY72" fmla="*/ 394897 h 2421274"/>
              <a:gd name="csX73" fmla="*/ 7400720 w 11341192"/>
              <a:gd name="csY73" fmla="*/ 1980295 h 2421274"/>
              <a:gd name="csX74" fmla="*/ 7512553 w 11341192"/>
              <a:gd name="csY74" fmla="*/ 519887 h 2421274"/>
              <a:gd name="csX75" fmla="*/ 7578337 w 11341192"/>
              <a:gd name="csY75" fmla="*/ 2000031 h 2421274"/>
              <a:gd name="csX76" fmla="*/ 7611229 w 11341192"/>
              <a:gd name="csY76" fmla="*/ 815916 h 2421274"/>
              <a:gd name="csX77" fmla="*/ 7696748 w 11341192"/>
              <a:gd name="csY77" fmla="*/ 1855305 h 2421274"/>
              <a:gd name="csX78" fmla="*/ 7723062 w 11341192"/>
              <a:gd name="csY78" fmla="*/ 697504 h 2421274"/>
              <a:gd name="csX79" fmla="*/ 7775689 w 11341192"/>
              <a:gd name="csY79" fmla="*/ 1822413 h 2421274"/>
              <a:gd name="csX80" fmla="*/ 7808582 w 11341192"/>
              <a:gd name="csY80" fmla="*/ 829072 h 2421274"/>
              <a:gd name="csX81" fmla="*/ 7880944 w 11341192"/>
              <a:gd name="csY81" fmla="*/ 1782943 h 2421274"/>
              <a:gd name="csX82" fmla="*/ 7933571 w 11341192"/>
              <a:gd name="csY82" fmla="*/ 940905 h 2421274"/>
              <a:gd name="csX83" fmla="*/ 7992777 w 11341192"/>
              <a:gd name="csY83" fmla="*/ 1697423 h 2421274"/>
              <a:gd name="csX84" fmla="*/ 8045405 w 11341192"/>
              <a:gd name="csY84" fmla="*/ 901435 h 2421274"/>
              <a:gd name="csX85" fmla="*/ 8124346 w 11341192"/>
              <a:gd name="csY85" fmla="*/ 1664531 h 2421274"/>
              <a:gd name="csX86" fmla="*/ 8190130 w 11341192"/>
              <a:gd name="csY86" fmla="*/ 1013268 h 2421274"/>
              <a:gd name="csX87" fmla="*/ 8216443 w 11341192"/>
              <a:gd name="csY87" fmla="*/ 1421130 h 2421274"/>
              <a:gd name="csX88" fmla="*/ 8242757 w 11341192"/>
              <a:gd name="csY88" fmla="*/ 1144836 h 2421274"/>
              <a:gd name="csX89" fmla="*/ 8328277 w 11341192"/>
              <a:gd name="csY89" fmla="*/ 1704002 h 2421274"/>
              <a:gd name="csX90" fmla="*/ 8354590 w 11341192"/>
              <a:gd name="csY90" fmla="*/ 1263248 h 2421274"/>
              <a:gd name="csX91" fmla="*/ 8453266 w 11341192"/>
              <a:gd name="csY91" fmla="*/ 1664531 h 2421274"/>
              <a:gd name="csX92" fmla="*/ 8486159 w 11341192"/>
              <a:gd name="csY92" fmla="*/ 1006690 h 2421274"/>
              <a:gd name="csX93" fmla="*/ 8565100 w 11341192"/>
              <a:gd name="csY93" fmla="*/ 1651375 h 2421274"/>
              <a:gd name="csX94" fmla="*/ 8591413 w 11341192"/>
              <a:gd name="csY94" fmla="*/ 1118523 h 2421274"/>
              <a:gd name="csX95" fmla="*/ 8663776 w 11341192"/>
              <a:gd name="csY95" fmla="*/ 1585590 h 2421274"/>
              <a:gd name="csX96" fmla="*/ 8722982 w 11341192"/>
              <a:gd name="csY96" fmla="*/ 1210621 h 2421274"/>
              <a:gd name="csX97" fmla="*/ 8782187 w 11341192"/>
              <a:gd name="csY97" fmla="*/ 1592169 h 2421274"/>
              <a:gd name="csX98" fmla="*/ 8841393 w 11341192"/>
              <a:gd name="csY98" fmla="*/ 1269826 h 2421274"/>
              <a:gd name="csX99" fmla="*/ 8894020 w 11341192"/>
              <a:gd name="csY99" fmla="*/ 1493493 h 2421274"/>
              <a:gd name="csX100" fmla="*/ 8926912 w 11341192"/>
              <a:gd name="csY100" fmla="*/ 1296140 h 2421274"/>
              <a:gd name="csX101" fmla="*/ 8979540 w 11341192"/>
              <a:gd name="csY101" fmla="*/ 1559277 h 2421274"/>
              <a:gd name="csX102" fmla="*/ 9051902 w 11341192"/>
              <a:gd name="csY102" fmla="*/ 1289562 h 2421274"/>
              <a:gd name="csX103" fmla="*/ 9117687 w 11341192"/>
              <a:gd name="csY103" fmla="*/ 1539541 h 2421274"/>
              <a:gd name="csX104" fmla="*/ 9130843 w 11341192"/>
              <a:gd name="csY104" fmla="*/ 1243513 h 2421274"/>
              <a:gd name="csX105" fmla="*/ 9183471 w 11341192"/>
              <a:gd name="csY105" fmla="*/ 1486914 h 2421274"/>
              <a:gd name="csX106" fmla="*/ 9222941 w 11341192"/>
              <a:gd name="csY106" fmla="*/ 1190885 h 2421274"/>
              <a:gd name="csX107" fmla="*/ 9268990 w 11341192"/>
              <a:gd name="csY107" fmla="*/ 1493493 h 2421274"/>
              <a:gd name="csX108" fmla="*/ 9380823 w 11341192"/>
              <a:gd name="csY108" fmla="*/ 1256669 h 2421274"/>
              <a:gd name="csX109" fmla="*/ 9466343 w 11341192"/>
              <a:gd name="csY109" fmla="*/ 1394816 h 2421274"/>
              <a:gd name="csX110" fmla="*/ 9551862 w 11341192"/>
              <a:gd name="csY110" fmla="*/ 1250091 h 2421274"/>
              <a:gd name="csX111" fmla="*/ 9611068 w 11341192"/>
              <a:gd name="csY111" fmla="*/ 1335610 h 2421274"/>
              <a:gd name="csX112" fmla="*/ 9709744 w 11341192"/>
              <a:gd name="csY112" fmla="*/ 1269826 h 2421274"/>
              <a:gd name="csX113" fmla="*/ 9768950 w 11341192"/>
              <a:gd name="csY113" fmla="*/ 1335610 h 2421274"/>
              <a:gd name="csX114" fmla="*/ 9834734 w 11341192"/>
              <a:gd name="csY114" fmla="*/ 1269826 h 2421274"/>
              <a:gd name="csX115" fmla="*/ 9887361 w 11341192"/>
              <a:gd name="csY115" fmla="*/ 1322454 h 2421274"/>
              <a:gd name="csX116" fmla="*/ 9939989 w 11341192"/>
              <a:gd name="csY116" fmla="*/ 1256669 h 2421274"/>
              <a:gd name="csX117" fmla="*/ 9999194 w 11341192"/>
              <a:gd name="csY117" fmla="*/ 1315875 h 2421274"/>
              <a:gd name="csX118" fmla="*/ 10045243 w 11341192"/>
              <a:gd name="csY118" fmla="*/ 1263248 h 2421274"/>
              <a:gd name="csX119" fmla="*/ 10130763 w 11341192"/>
              <a:gd name="csY119" fmla="*/ 1315875 h 2421274"/>
              <a:gd name="csX120" fmla="*/ 10236018 w 11341192"/>
              <a:gd name="csY120" fmla="*/ 1263248 h 2421274"/>
              <a:gd name="csX121" fmla="*/ 10328115 w 11341192"/>
              <a:gd name="csY121" fmla="*/ 1302718 h 2421274"/>
              <a:gd name="csX122" fmla="*/ 10393900 w 11341192"/>
              <a:gd name="csY122" fmla="*/ 1276405 h 2421274"/>
              <a:gd name="csX123" fmla="*/ 10512311 w 11341192"/>
              <a:gd name="csY123" fmla="*/ 1302718 h 2421274"/>
              <a:gd name="csX124" fmla="*/ 10663615 w 11341192"/>
              <a:gd name="csY124" fmla="*/ 1276405 h 2421274"/>
              <a:gd name="csX125" fmla="*/ 10775448 w 11341192"/>
              <a:gd name="csY125" fmla="*/ 1302718 h 2421274"/>
              <a:gd name="csX126" fmla="*/ 10841232 w 11341192"/>
              <a:gd name="csY126" fmla="*/ 1302718 h 2421274"/>
              <a:gd name="csX127" fmla="*/ 10920173 w 11341192"/>
              <a:gd name="csY127" fmla="*/ 1335610 h 2421274"/>
              <a:gd name="csX128" fmla="*/ 11110947 w 11341192"/>
              <a:gd name="csY128" fmla="*/ 1322454 h 2421274"/>
              <a:gd name="csX129" fmla="*/ 11209623 w 11341192"/>
              <a:gd name="csY129" fmla="*/ 1329032 h 2421274"/>
              <a:gd name="csX130" fmla="*/ 11341192 w 11341192"/>
              <a:gd name="csY130" fmla="*/ 1361924 h 2421274"/>
              <a:gd name="csX0" fmla="*/ 0 w 11209623"/>
              <a:gd name="csY0" fmla="*/ 1138258 h 2421274"/>
              <a:gd name="csX1" fmla="*/ 1434095 w 11209623"/>
              <a:gd name="csY1" fmla="*/ 1144836 h 2421274"/>
              <a:gd name="csX2" fmla="*/ 2605053 w 11209623"/>
              <a:gd name="csY2" fmla="*/ 1125101 h 2421274"/>
              <a:gd name="csX3" fmla="*/ 3427356 w 11209623"/>
              <a:gd name="csY3" fmla="*/ 1131680 h 2421274"/>
              <a:gd name="csX4" fmla="*/ 3473405 w 11209623"/>
              <a:gd name="csY4" fmla="*/ 1125101 h 2421274"/>
              <a:gd name="csX5" fmla="*/ 3585238 w 11209623"/>
              <a:gd name="csY5" fmla="*/ 1256669 h 2421274"/>
              <a:gd name="csX6" fmla="*/ 3624708 w 11209623"/>
              <a:gd name="csY6" fmla="*/ 1197464 h 2421274"/>
              <a:gd name="csX7" fmla="*/ 3710228 w 11209623"/>
              <a:gd name="csY7" fmla="*/ 1282983 h 2421274"/>
              <a:gd name="csX8" fmla="*/ 3789169 w 11209623"/>
              <a:gd name="csY8" fmla="*/ 1039582 h 2421274"/>
              <a:gd name="csX9" fmla="*/ 3854953 w 11209623"/>
              <a:gd name="csY9" fmla="*/ 1282983 h 2421274"/>
              <a:gd name="csX10" fmla="*/ 3940472 w 11209623"/>
              <a:gd name="csY10" fmla="*/ 1026425 h 2421274"/>
              <a:gd name="csX11" fmla="*/ 4012835 w 11209623"/>
              <a:gd name="csY11" fmla="*/ 1250091 h 2421274"/>
              <a:gd name="csX12" fmla="*/ 4098354 w 11209623"/>
              <a:gd name="csY12" fmla="*/ 1039582 h 2421274"/>
              <a:gd name="csX13" fmla="*/ 4137825 w 11209623"/>
              <a:gd name="csY13" fmla="*/ 1263248 h 2421274"/>
              <a:gd name="csX14" fmla="*/ 4170717 w 11209623"/>
              <a:gd name="csY14" fmla="*/ 1039582 h 2421274"/>
              <a:gd name="csX15" fmla="*/ 4243079 w 11209623"/>
              <a:gd name="csY15" fmla="*/ 1250091 h 2421274"/>
              <a:gd name="csX16" fmla="*/ 4249658 w 11209623"/>
              <a:gd name="csY16" fmla="*/ 1026425 h 2421274"/>
              <a:gd name="csX17" fmla="*/ 4308864 w 11209623"/>
              <a:gd name="csY17" fmla="*/ 1256669 h 2421274"/>
              <a:gd name="csX18" fmla="*/ 4361491 w 11209623"/>
              <a:gd name="csY18" fmla="*/ 1046160 h 2421274"/>
              <a:gd name="csX19" fmla="*/ 4460167 w 11209623"/>
              <a:gd name="csY19" fmla="*/ 1276405 h 2421274"/>
              <a:gd name="csX20" fmla="*/ 4532530 w 11209623"/>
              <a:gd name="csY20" fmla="*/ 954062 h 2421274"/>
              <a:gd name="csX21" fmla="*/ 4598314 w 11209623"/>
              <a:gd name="csY21" fmla="*/ 1296140 h 2421274"/>
              <a:gd name="csX22" fmla="*/ 4657520 w 11209623"/>
              <a:gd name="csY22" fmla="*/ 1006690 h 2421274"/>
              <a:gd name="csX23" fmla="*/ 4703569 w 11209623"/>
              <a:gd name="csY23" fmla="*/ 1289562 h 2421274"/>
              <a:gd name="csX24" fmla="*/ 4723304 w 11209623"/>
              <a:gd name="csY24" fmla="*/ 1019846 h 2421274"/>
              <a:gd name="csX25" fmla="*/ 4802245 w 11209623"/>
              <a:gd name="csY25" fmla="*/ 1289562 h 2421274"/>
              <a:gd name="csX26" fmla="*/ 4854872 w 11209623"/>
              <a:gd name="csY26" fmla="*/ 1046160 h 2421274"/>
              <a:gd name="csX27" fmla="*/ 4940392 w 11209623"/>
              <a:gd name="csY27" fmla="*/ 1276405 h 2421274"/>
              <a:gd name="csX28" fmla="*/ 5006176 w 11209623"/>
              <a:gd name="csY28" fmla="*/ 1026425 h 2421274"/>
              <a:gd name="csX29" fmla="*/ 5098274 w 11209623"/>
              <a:gd name="csY29" fmla="*/ 1256669 h 2421274"/>
              <a:gd name="csX30" fmla="*/ 5144323 w 11209623"/>
              <a:gd name="csY30" fmla="*/ 1026425 h 2421274"/>
              <a:gd name="csX31" fmla="*/ 5223264 w 11209623"/>
              <a:gd name="csY31" fmla="*/ 1250091 h 2421274"/>
              <a:gd name="csX32" fmla="*/ 5249577 w 11209623"/>
              <a:gd name="csY32" fmla="*/ 960641 h 2421274"/>
              <a:gd name="csX33" fmla="*/ 5295626 w 11209623"/>
              <a:gd name="csY33" fmla="*/ 1269826 h 2421274"/>
              <a:gd name="csX34" fmla="*/ 5341675 w 11209623"/>
              <a:gd name="csY34" fmla="*/ 993533 h 2421274"/>
              <a:gd name="csX35" fmla="*/ 5407459 w 11209623"/>
              <a:gd name="csY35" fmla="*/ 1263248 h 2421274"/>
              <a:gd name="csX36" fmla="*/ 5440351 w 11209623"/>
              <a:gd name="csY36" fmla="*/ 875121 h 2421274"/>
              <a:gd name="csX37" fmla="*/ 5499557 w 11209623"/>
              <a:gd name="csY37" fmla="*/ 1243513 h 2421274"/>
              <a:gd name="csX38" fmla="*/ 5565341 w 11209623"/>
              <a:gd name="csY38" fmla="*/ 908013 h 2421274"/>
              <a:gd name="csX39" fmla="*/ 5664018 w 11209623"/>
              <a:gd name="csY39" fmla="*/ 1250091 h 2421274"/>
              <a:gd name="csX40" fmla="*/ 5710066 w 11209623"/>
              <a:gd name="csY40" fmla="*/ 1000111 h 2421274"/>
              <a:gd name="csX41" fmla="*/ 5828478 w 11209623"/>
              <a:gd name="csY41" fmla="*/ 2276324 h 2421274"/>
              <a:gd name="csX42" fmla="*/ 5854792 w 11209623"/>
              <a:gd name="csY42" fmla="*/ 177809 h 2421274"/>
              <a:gd name="csX43" fmla="*/ 5913997 w 11209623"/>
              <a:gd name="csY43" fmla="*/ 2315795 h 2421274"/>
              <a:gd name="csX44" fmla="*/ 5986360 w 11209623"/>
              <a:gd name="csY44" fmla="*/ 289642 h 2421274"/>
              <a:gd name="csX45" fmla="*/ 6025830 w 11209623"/>
              <a:gd name="csY45" fmla="*/ 2276324 h 2421274"/>
              <a:gd name="csX46" fmla="*/ 6091615 w 11209623"/>
              <a:gd name="csY46" fmla="*/ 192 h 2421274"/>
              <a:gd name="csX47" fmla="*/ 6144242 w 11209623"/>
              <a:gd name="csY47" fmla="*/ 2421049 h 2421274"/>
              <a:gd name="csX48" fmla="*/ 6170556 w 11209623"/>
              <a:gd name="csY48" fmla="*/ 158074 h 2421274"/>
              <a:gd name="csX49" fmla="*/ 6229761 w 11209623"/>
              <a:gd name="csY49" fmla="*/ 2394736 h 2421274"/>
              <a:gd name="csX50" fmla="*/ 6282389 w 11209623"/>
              <a:gd name="csY50" fmla="*/ 408054 h 2421274"/>
              <a:gd name="csX51" fmla="*/ 6341594 w 11209623"/>
              <a:gd name="csY51" fmla="*/ 2236854 h 2421274"/>
              <a:gd name="csX52" fmla="*/ 6407379 w 11209623"/>
              <a:gd name="csY52" fmla="*/ 934327 h 2421274"/>
              <a:gd name="csX53" fmla="*/ 6440271 w 11209623"/>
              <a:gd name="csY53" fmla="*/ 1894776 h 2421274"/>
              <a:gd name="csX54" fmla="*/ 6499477 w 11209623"/>
              <a:gd name="csY54" fmla="*/ 822494 h 2421274"/>
              <a:gd name="csX55" fmla="*/ 6532369 w 11209623"/>
              <a:gd name="csY55" fmla="*/ 1914511 h 2421274"/>
              <a:gd name="csX56" fmla="*/ 6578418 w 11209623"/>
              <a:gd name="csY56" fmla="*/ 408054 h 2421274"/>
              <a:gd name="csX57" fmla="*/ 6677094 w 11209623"/>
              <a:gd name="csY57" fmla="*/ 2164491 h 2421274"/>
              <a:gd name="csX58" fmla="*/ 6683672 w 11209623"/>
              <a:gd name="csY58" fmla="*/ 427789 h 2421274"/>
              <a:gd name="csX59" fmla="*/ 6749456 w 11209623"/>
              <a:gd name="csY59" fmla="*/ 1460600 h 2421274"/>
              <a:gd name="csX60" fmla="*/ 6762613 w 11209623"/>
              <a:gd name="csY60" fmla="*/ 269907 h 2421274"/>
              <a:gd name="csX61" fmla="*/ 6828397 w 11209623"/>
              <a:gd name="csY61" fmla="*/ 2388157 h 2421274"/>
              <a:gd name="csX62" fmla="*/ 6841554 w 11209623"/>
              <a:gd name="csY62" fmla="*/ 1348767 h 2421274"/>
              <a:gd name="csX63" fmla="*/ 6927074 w 11209623"/>
              <a:gd name="csY63" fmla="*/ 2111864 h 2421274"/>
              <a:gd name="csX64" fmla="*/ 6907338 w 11209623"/>
              <a:gd name="csY64" fmla="*/ 296221 h 2421274"/>
              <a:gd name="csX65" fmla="*/ 7012593 w 11209623"/>
              <a:gd name="csY65" fmla="*/ 2046080 h 2421274"/>
              <a:gd name="csX66" fmla="*/ 7045485 w 11209623"/>
              <a:gd name="csY66" fmla="*/ 309377 h 2421274"/>
              <a:gd name="csX67" fmla="*/ 7104691 w 11209623"/>
              <a:gd name="csY67" fmla="*/ 2026344 h 2421274"/>
              <a:gd name="csX68" fmla="*/ 7131005 w 11209623"/>
              <a:gd name="csY68" fmla="*/ 480416 h 2421274"/>
              <a:gd name="csX69" fmla="*/ 7203367 w 11209623"/>
              <a:gd name="csY69" fmla="*/ 1842149 h 2421274"/>
              <a:gd name="csX70" fmla="*/ 7216524 w 11209623"/>
              <a:gd name="csY70" fmla="*/ 677769 h 2421274"/>
              <a:gd name="csX71" fmla="*/ 7282308 w 11209623"/>
              <a:gd name="csY71" fmla="*/ 2013187 h 2421274"/>
              <a:gd name="csX72" fmla="*/ 7367828 w 11209623"/>
              <a:gd name="csY72" fmla="*/ 394897 h 2421274"/>
              <a:gd name="csX73" fmla="*/ 7400720 w 11209623"/>
              <a:gd name="csY73" fmla="*/ 1980295 h 2421274"/>
              <a:gd name="csX74" fmla="*/ 7512553 w 11209623"/>
              <a:gd name="csY74" fmla="*/ 519887 h 2421274"/>
              <a:gd name="csX75" fmla="*/ 7578337 w 11209623"/>
              <a:gd name="csY75" fmla="*/ 2000031 h 2421274"/>
              <a:gd name="csX76" fmla="*/ 7611229 w 11209623"/>
              <a:gd name="csY76" fmla="*/ 815916 h 2421274"/>
              <a:gd name="csX77" fmla="*/ 7696748 w 11209623"/>
              <a:gd name="csY77" fmla="*/ 1855305 h 2421274"/>
              <a:gd name="csX78" fmla="*/ 7723062 w 11209623"/>
              <a:gd name="csY78" fmla="*/ 697504 h 2421274"/>
              <a:gd name="csX79" fmla="*/ 7775689 w 11209623"/>
              <a:gd name="csY79" fmla="*/ 1822413 h 2421274"/>
              <a:gd name="csX80" fmla="*/ 7808582 w 11209623"/>
              <a:gd name="csY80" fmla="*/ 829072 h 2421274"/>
              <a:gd name="csX81" fmla="*/ 7880944 w 11209623"/>
              <a:gd name="csY81" fmla="*/ 1782943 h 2421274"/>
              <a:gd name="csX82" fmla="*/ 7933571 w 11209623"/>
              <a:gd name="csY82" fmla="*/ 940905 h 2421274"/>
              <a:gd name="csX83" fmla="*/ 7992777 w 11209623"/>
              <a:gd name="csY83" fmla="*/ 1697423 h 2421274"/>
              <a:gd name="csX84" fmla="*/ 8045405 w 11209623"/>
              <a:gd name="csY84" fmla="*/ 901435 h 2421274"/>
              <a:gd name="csX85" fmla="*/ 8124346 w 11209623"/>
              <a:gd name="csY85" fmla="*/ 1664531 h 2421274"/>
              <a:gd name="csX86" fmla="*/ 8190130 w 11209623"/>
              <a:gd name="csY86" fmla="*/ 1013268 h 2421274"/>
              <a:gd name="csX87" fmla="*/ 8216443 w 11209623"/>
              <a:gd name="csY87" fmla="*/ 1421130 h 2421274"/>
              <a:gd name="csX88" fmla="*/ 8242757 w 11209623"/>
              <a:gd name="csY88" fmla="*/ 1144836 h 2421274"/>
              <a:gd name="csX89" fmla="*/ 8328277 w 11209623"/>
              <a:gd name="csY89" fmla="*/ 1704002 h 2421274"/>
              <a:gd name="csX90" fmla="*/ 8354590 w 11209623"/>
              <a:gd name="csY90" fmla="*/ 1263248 h 2421274"/>
              <a:gd name="csX91" fmla="*/ 8453266 w 11209623"/>
              <a:gd name="csY91" fmla="*/ 1664531 h 2421274"/>
              <a:gd name="csX92" fmla="*/ 8486159 w 11209623"/>
              <a:gd name="csY92" fmla="*/ 1006690 h 2421274"/>
              <a:gd name="csX93" fmla="*/ 8565100 w 11209623"/>
              <a:gd name="csY93" fmla="*/ 1651375 h 2421274"/>
              <a:gd name="csX94" fmla="*/ 8591413 w 11209623"/>
              <a:gd name="csY94" fmla="*/ 1118523 h 2421274"/>
              <a:gd name="csX95" fmla="*/ 8663776 w 11209623"/>
              <a:gd name="csY95" fmla="*/ 1585590 h 2421274"/>
              <a:gd name="csX96" fmla="*/ 8722982 w 11209623"/>
              <a:gd name="csY96" fmla="*/ 1210621 h 2421274"/>
              <a:gd name="csX97" fmla="*/ 8782187 w 11209623"/>
              <a:gd name="csY97" fmla="*/ 1592169 h 2421274"/>
              <a:gd name="csX98" fmla="*/ 8841393 w 11209623"/>
              <a:gd name="csY98" fmla="*/ 1269826 h 2421274"/>
              <a:gd name="csX99" fmla="*/ 8894020 w 11209623"/>
              <a:gd name="csY99" fmla="*/ 1493493 h 2421274"/>
              <a:gd name="csX100" fmla="*/ 8926912 w 11209623"/>
              <a:gd name="csY100" fmla="*/ 1296140 h 2421274"/>
              <a:gd name="csX101" fmla="*/ 8979540 w 11209623"/>
              <a:gd name="csY101" fmla="*/ 1559277 h 2421274"/>
              <a:gd name="csX102" fmla="*/ 9051902 w 11209623"/>
              <a:gd name="csY102" fmla="*/ 1289562 h 2421274"/>
              <a:gd name="csX103" fmla="*/ 9117687 w 11209623"/>
              <a:gd name="csY103" fmla="*/ 1539541 h 2421274"/>
              <a:gd name="csX104" fmla="*/ 9130843 w 11209623"/>
              <a:gd name="csY104" fmla="*/ 1243513 h 2421274"/>
              <a:gd name="csX105" fmla="*/ 9183471 w 11209623"/>
              <a:gd name="csY105" fmla="*/ 1486914 h 2421274"/>
              <a:gd name="csX106" fmla="*/ 9222941 w 11209623"/>
              <a:gd name="csY106" fmla="*/ 1190885 h 2421274"/>
              <a:gd name="csX107" fmla="*/ 9268990 w 11209623"/>
              <a:gd name="csY107" fmla="*/ 1493493 h 2421274"/>
              <a:gd name="csX108" fmla="*/ 9380823 w 11209623"/>
              <a:gd name="csY108" fmla="*/ 1256669 h 2421274"/>
              <a:gd name="csX109" fmla="*/ 9466343 w 11209623"/>
              <a:gd name="csY109" fmla="*/ 1394816 h 2421274"/>
              <a:gd name="csX110" fmla="*/ 9551862 w 11209623"/>
              <a:gd name="csY110" fmla="*/ 1250091 h 2421274"/>
              <a:gd name="csX111" fmla="*/ 9611068 w 11209623"/>
              <a:gd name="csY111" fmla="*/ 1335610 h 2421274"/>
              <a:gd name="csX112" fmla="*/ 9709744 w 11209623"/>
              <a:gd name="csY112" fmla="*/ 1269826 h 2421274"/>
              <a:gd name="csX113" fmla="*/ 9768950 w 11209623"/>
              <a:gd name="csY113" fmla="*/ 1335610 h 2421274"/>
              <a:gd name="csX114" fmla="*/ 9834734 w 11209623"/>
              <a:gd name="csY114" fmla="*/ 1269826 h 2421274"/>
              <a:gd name="csX115" fmla="*/ 9887361 w 11209623"/>
              <a:gd name="csY115" fmla="*/ 1322454 h 2421274"/>
              <a:gd name="csX116" fmla="*/ 9939989 w 11209623"/>
              <a:gd name="csY116" fmla="*/ 1256669 h 2421274"/>
              <a:gd name="csX117" fmla="*/ 9999194 w 11209623"/>
              <a:gd name="csY117" fmla="*/ 1315875 h 2421274"/>
              <a:gd name="csX118" fmla="*/ 10045243 w 11209623"/>
              <a:gd name="csY118" fmla="*/ 1263248 h 2421274"/>
              <a:gd name="csX119" fmla="*/ 10130763 w 11209623"/>
              <a:gd name="csY119" fmla="*/ 1315875 h 2421274"/>
              <a:gd name="csX120" fmla="*/ 10236018 w 11209623"/>
              <a:gd name="csY120" fmla="*/ 1263248 h 2421274"/>
              <a:gd name="csX121" fmla="*/ 10328115 w 11209623"/>
              <a:gd name="csY121" fmla="*/ 1302718 h 2421274"/>
              <a:gd name="csX122" fmla="*/ 10393900 w 11209623"/>
              <a:gd name="csY122" fmla="*/ 1276405 h 2421274"/>
              <a:gd name="csX123" fmla="*/ 10512311 w 11209623"/>
              <a:gd name="csY123" fmla="*/ 1302718 h 2421274"/>
              <a:gd name="csX124" fmla="*/ 10663615 w 11209623"/>
              <a:gd name="csY124" fmla="*/ 1276405 h 2421274"/>
              <a:gd name="csX125" fmla="*/ 10775448 w 11209623"/>
              <a:gd name="csY125" fmla="*/ 1302718 h 2421274"/>
              <a:gd name="csX126" fmla="*/ 10841232 w 11209623"/>
              <a:gd name="csY126" fmla="*/ 1302718 h 2421274"/>
              <a:gd name="csX127" fmla="*/ 10920173 w 11209623"/>
              <a:gd name="csY127" fmla="*/ 1335610 h 2421274"/>
              <a:gd name="csX128" fmla="*/ 11110947 w 11209623"/>
              <a:gd name="csY128" fmla="*/ 1322454 h 2421274"/>
              <a:gd name="csX129" fmla="*/ 11209623 w 11209623"/>
              <a:gd name="csY129" fmla="*/ 1329032 h 2421274"/>
              <a:gd name="csX0" fmla="*/ 0 w 11110948"/>
              <a:gd name="csY0" fmla="*/ 1138258 h 2421274"/>
              <a:gd name="csX1" fmla="*/ 1434095 w 11110948"/>
              <a:gd name="csY1" fmla="*/ 1144836 h 2421274"/>
              <a:gd name="csX2" fmla="*/ 2605053 w 11110948"/>
              <a:gd name="csY2" fmla="*/ 1125101 h 2421274"/>
              <a:gd name="csX3" fmla="*/ 3427356 w 11110948"/>
              <a:gd name="csY3" fmla="*/ 1131680 h 2421274"/>
              <a:gd name="csX4" fmla="*/ 3473405 w 11110948"/>
              <a:gd name="csY4" fmla="*/ 1125101 h 2421274"/>
              <a:gd name="csX5" fmla="*/ 3585238 w 11110948"/>
              <a:gd name="csY5" fmla="*/ 1256669 h 2421274"/>
              <a:gd name="csX6" fmla="*/ 3624708 w 11110948"/>
              <a:gd name="csY6" fmla="*/ 1197464 h 2421274"/>
              <a:gd name="csX7" fmla="*/ 3710228 w 11110948"/>
              <a:gd name="csY7" fmla="*/ 1282983 h 2421274"/>
              <a:gd name="csX8" fmla="*/ 3789169 w 11110948"/>
              <a:gd name="csY8" fmla="*/ 1039582 h 2421274"/>
              <a:gd name="csX9" fmla="*/ 3854953 w 11110948"/>
              <a:gd name="csY9" fmla="*/ 1282983 h 2421274"/>
              <a:gd name="csX10" fmla="*/ 3940472 w 11110948"/>
              <a:gd name="csY10" fmla="*/ 1026425 h 2421274"/>
              <a:gd name="csX11" fmla="*/ 4012835 w 11110948"/>
              <a:gd name="csY11" fmla="*/ 1250091 h 2421274"/>
              <a:gd name="csX12" fmla="*/ 4098354 w 11110948"/>
              <a:gd name="csY12" fmla="*/ 1039582 h 2421274"/>
              <a:gd name="csX13" fmla="*/ 4137825 w 11110948"/>
              <a:gd name="csY13" fmla="*/ 1263248 h 2421274"/>
              <a:gd name="csX14" fmla="*/ 4170717 w 11110948"/>
              <a:gd name="csY14" fmla="*/ 1039582 h 2421274"/>
              <a:gd name="csX15" fmla="*/ 4243079 w 11110948"/>
              <a:gd name="csY15" fmla="*/ 1250091 h 2421274"/>
              <a:gd name="csX16" fmla="*/ 4249658 w 11110948"/>
              <a:gd name="csY16" fmla="*/ 1026425 h 2421274"/>
              <a:gd name="csX17" fmla="*/ 4308864 w 11110948"/>
              <a:gd name="csY17" fmla="*/ 1256669 h 2421274"/>
              <a:gd name="csX18" fmla="*/ 4361491 w 11110948"/>
              <a:gd name="csY18" fmla="*/ 1046160 h 2421274"/>
              <a:gd name="csX19" fmla="*/ 4460167 w 11110948"/>
              <a:gd name="csY19" fmla="*/ 1276405 h 2421274"/>
              <a:gd name="csX20" fmla="*/ 4532530 w 11110948"/>
              <a:gd name="csY20" fmla="*/ 954062 h 2421274"/>
              <a:gd name="csX21" fmla="*/ 4598314 w 11110948"/>
              <a:gd name="csY21" fmla="*/ 1296140 h 2421274"/>
              <a:gd name="csX22" fmla="*/ 4657520 w 11110948"/>
              <a:gd name="csY22" fmla="*/ 1006690 h 2421274"/>
              <a:gd name="csX23" fmla="*/ 4703569 w 11110948"/>
              <a:gd name="csY23" fmla="*/ 1289562 h 2421274"/>
              <a:gd name="csX24" fmla="*/ 4723304 w 11110948"/>
              <a:gd name="csY24" fmla="*/ 1019846 h 2421274"/>
              <a:gd name="csX25" fmla="*/ 4802245 w 11110948"/>
              <a:gd name="csY25" fmla="*/ 1289562 h 2421274"/>
              <a:gd name="csX26" fmla="*/ 4854872 w 11110948"/>
              <a:gd name="csY26" fmla="*/ 1046160 h 2421274"/>
              <a:gd name="csX27" fmla="*/ 4940392 w 11110948"/>
              <a:gd name="csY27" fmla="*/ 1276405 h 2421274"/>
              <a:gd name="csX28" fmla="*/ 5006176 w 11110948"/>
              <a:gd name="csY28" fmla="*/ 1026425 h 2421274"/>
              <a:gd name="csX29" fmla="*/ 5098274 w 11110948"/>
              <a:gd name="csY29" fmla="*/ 1256669 h 2421274"/>
              <a:gd name="csX30" fmla="*/ 5144323 w 11110948"/>
              <a:gd name="csY30" fmla="*/ 1026425 h 2421274"/>
              <a:gd name="csX31" fmla="*/ 5223264 w 11110948"/>
              <a:gd name="csY31" fmla="*/ 1250091 h 2421274"/>
              <a:gd name="csX32" fmla="*/ 5249577 w 11110948"/>
              <a:gd name="csY32" fmla="*/ 960641 h 2421274"/>
              <a:gd name="csX33" fmla="*/ 5295626 w 11110948"/>
              <a:gd name="csY33" fmla="*/ 1269826 h 2421274"/>
              <a:gd name="csX34" fmla="*/ 5341675 w 11110948"/>
              <a:gd name="csY34" fmla="*/ 993533 h 2421274"/>
              <a:gd name="csX35" fmla="*/ 5407459 w 11110948"/>
              <a:gd name="csY35" fmla="*/ 1263248 h 2421274"/>
              <a:gd name="csX36" fmla="*/ 5440351 w 11110948"/>
              <a:gd name="csY36" fmla="*/ 875121 h 2421274"/>
              <a:gd name="csX37" fmla="*/ 5499557 w 11110948"/>
              <a:gd name="csY37" fmla="*/ 1243513 h 2421274"/>
              <a:gd name="csX38" fmla="*/ 5565341 w 11110948"/>
              <a:gd name="csY38" fmla="*/ 908013 h 2421274"/>
              <a:gd name="csX39" fmla="*/ 5664018 w 11110948"/>
              <a:gd name="csY39" fmla="*/ 1250091 h 2421274"/>
              <a:gd name="csX40" fmla="*/ 5710066 w 11110948"/>
              <a:gd name="csY40" fmla="*/ 1000111 h 2421274"/>
              <a:gd name="csX41" fmla="*/ 5828478 w 11110948"/>
              <a:gd name="csY41" fmla="*/ 2276324 h 2421274"/>
              <a:gd name="csX42" fmla="*/ 5854792 w 11110948"/>
              <a:gd name="csY42" fmla="*/ 177809 h 2421274"/>
              <a:gd name="csX43" fmla="*/ 5913997 w 11110948"/>
              <a:gd name="csY43" fmla="*/ 2315795 h 2421274"/>
              <a:gd name="csX44" fmla="*/ 5986360 w 11110948"/>
              <a:gd name="csY44" fmla="*/ 289642 h 2421274"/>
              <a:gd name="csX45" fmla="*/ 6025830 w 11110948"/>
              <a:gd name="csY45" fmla="*/ 2276324 h 2421274"/>
              <a:gd name="csX46" fmla="*/ 6091615 w 11110948"/>
              <a:gd name="csY46" fmla="*/ 192 h 2421274"/>
              <a:gd name="csX47" fmla="*/ 6144242 w 11110948"/>
              <a:gd name="csY47" fmla="*/ 2421049 h 2421274"/>
              <a:gd name="csX48" fmla="*/ 6170556 w 11110948"/>
              <a:gd name="csY48" fmla="*/ 158074 h 2421274"/>
              <a:gd name="csX49" fmla="*/ 6229761 w 11110948"/>
              <a:gd name="csY49" fmla="*/ 2394736 h 2421274"/>
              <a:gd name="csX50" fmla="*/ 6282389 w 11110948"/>
              <a:gd name="csY50" fmla="*/ 408054 h 2421274"/>
              <a:gd name="csX51" fmla="*/ 6341594 w 11110948"/>
              <a:gd name="csY51" fmla="*/ 2236854 h 2421274"/>
              <a:gd name="csX52" fmla="*/ 6407379 w 11110948"/>
              <a:gd name="csY52" fmla="*/ 934327 h 2421274"/>
              <a:gd name="csX53" fmla="*/ 6440271 w 11110948"/>
              <a:gd name="csY53" fmla="*/ 1894776 h 2421274"/>
              <a:gd name="csX54" fmla="*/ 6499477 w 11110948"/>
              <a:gd name="csY54" fmla="*/ 822494 h 2421274"/>
              <a:gd name="csX55" fmla="*/ 6532369 w 11110948"/>
              <a:gd name="csY55" fmla="*/ 1914511 h 2421274"/>
              <a:gd name="csX56" fmla="*/ 6578418 w 11110948"/>
              <a:gd name="csY56" fmla="*/ 408054 h 2421274"/>
              <a:gd name="csX57" fmla="*/ 6677094 w 11110948"/>
              <a:gd name="csY57" fmla="*/ 2164491 h 2421274"/>
              <a:gd name="csX58" fmla="*/ 6683672 w 11110948"/>
              <a:gd name="csY58" fmla="*/ 427789 h 2421274"/>
              <a:gd name="csX59" fmla="*/ 6749456 w 11110948"/>
              <a:gd name="csY59" fmla="*/ 1460600 h 2421274"/>
              <a:gd name="csX60" fmla="*/ 6762613 w 11110948"/>
              <a:gd name="csY60" fmla="*/ 269907 h 2421274"/>
              <a:gd name="csX61" fmla="*/ 6828397 w 11110948"/>
              <a:gd name="csY61" fmla="*/ 2388157 h 2421274"/>
              <a:gd name="csX62" fmla="*/ 6841554 w 11110948"/>
              <a:gd name="csY62" fmla="*/ 1348767 h 2421274"/>
              <a:gd name="csX63" fmla="*/ 6927074 w 11110948"/>
              <a:gd name="csY63" fmla="*/ 2111864 h 2421274"/>
              <a:gd name="csX64" fmla="*/ 6907338 w 11110948"/>
              <a:gd name="csY64" fmla="*/ 296221 h 2421274"/>
              <a:gd name="csX65" fmla="*/ 7012593 w 11110948"/>
              <a:gd name="csY65" fmla="*/ 2046080 h 2421274"/>
              <a:gd name="csX66" fmla="*/ 7045485 w 11110948"/>
              <a:gd name="csY66" fmla="*/ 309377 h 2421274"/>
              <a:gd name="csX67" fmla="*/ 7104691 w 11110948"/>
              <a:gd name="csY67" fmla="*/ 2026344 h 2421274"/>
              <a:gd name="csX68" fmla="*/ 7131005 w 11110948"/>
              <a:gd name="csY68" fmla="*/ 480416 h 2421274"/>
              <a:gd name="csX69" fmla="*/ 7203367 w 11110948"/>
              <a:gd name="csY69" fmla="*/ 1842149 h 2421274"/>
              <a:gd name="csX70" fmla="*/ 7216524 w 11110948"/>
              <a:gd name="csY70" fmla="*/ 677769 h 2421274"/>
              <a:gd name="csX71" fmla="*/ 7282308 w 11110948"/>
              <a:gd name="csY71" fmla="*/ 2013187 h 2421274"/>
              <a:gd name="csX72" fmla="*/ 7367828 w 11110948"/>
              <a:gd name="csY72" fmla="*/ 394897 h 2421274"/>
              <a:gd name="csX73" fmla="*/ 7400720 w 11110948"/>
              <a:gd name="csY73" fmla="*/ 1980295 h 2421274"/>
              <a:gd name="csX74" fmla="*/ 7512553 w 11110948"/>
              <a:gd name="csY74" fmla="*/ 519887 h 2421274"/>
              <a:gd name="csX75" fmla="*/ 7578337 w 11110948"/>
              <a:gd name="csY75" fmla="*/ 2000031 h 2421274"/>
              <a:gd name="csX76" fmla="*/ 7611229 w 11110948"/>
              <a:gd name="csY76" fmla="*/ 815916 h 2421274"/>
              <a:gd name="csX77" fmla="*/ 7696748 w 11110948"/>
              <a:gd name="csY77" fmla="*/ 1855305 h 2421274"/>
              <a:gd name="csX78" fmla="*/ 7723062 w 11110948"/>
              <a:gd name="csY78" fmla="*/ 697504 h 2421274"/>
              <a:gd name="csX79" fmla="*/ 7775689 w 11110948"/>
              <a:gd name="csY79" fmla="*/ 1822413 h 2421274"/>
              <a:gd name="csX80" fmla="*/ 7808582 w 11110948"/>
              <a:gd name="csY80" fmla="*/ 829072 h 2421274"/>
              <a:gd name="csX81" fmla="*/ 7880944 w 11110948"/>
              <a:gd name="csY81" fmla="*/ 1782943 h 2421274"/>
              <a:gd name="csX82" fmla="*/ 7933571 w 11110948"/>
              <a:gd name="csY82" fmla="*/ 940905 h 2421274"/>
              <a:gd name="csX83" fmla="*/ 7992777 w 11110948"/>
              <a:gd name="csY83" fmla="*/ 1697423 h 2421274"/>
              <a:gd name="csX84" fmla="*/ 8045405 w 11110948"/>
              <a:gd name="csY84" fmla="*/ 901435 h 2421274"/>
              <a:gd name="csX85" fmla="*/ 8124346 w 11110948"/>
              <a:gd name="csY85" fmla="*/ 1664531 h 2421274"/>
              <a:gd name="csX86" fmla="*/ 8190130 w 11110948"/>
              <a:gd name="csY86" fmla="*/ 1013268 h 2421274"/>
              <a:gd name="csX87" fmla="*/ 8216443 w 11110948"/>
              <a:gd name="csY87" fmla="*/ 1421130 h 2421274"/>
              <a:gd name="csX88" fmla="*/ 8242757 w 11110948"/>
              <a:gd name="csY88" fmla="*/ 1144836 h 2421274"/>
              <a:gd name="csX89" fmla="*/ 8328277 w 11110948"/>
              <a:gd name="csY89" fmla="*/ 1704002 h 2421274"/>
              <a:gd name="csX90" fmla="*/ 8354590 w 11110948"/>
              <a:gd name="csY90" fmla="*/ 1263248 h 2421274"/>
              <a:gd name="csX91" fmla="*/ 8453266 w 11110948"/>
              <a:gd name="csY91" fmla="*/ 1664531 h 2421274"/>
              <a:gd name="csX92" fmla="*/ 8486159 w 11110948"/>
              <a:gd name="csY92" fmla="*/ 1006690 h 2421274"/>
              <a:gd name="csX93" fmla="*/ 8565100 w 11110948"/>
              <a:gd name="csY93" fmla="*/ 1651375 h 2421274"/>
              <a:gd name="csX94" fmla="*/ 8591413 w 11110948"/>
              <a:gd name="csY94" fmla="*/ 1118523 h 2421274"/>
              <a:gd name="csX95" fmla="*/ 8663776 w 11110948"/>
              <a:gd name="csY95" fmla="*/ 1585590 h 2421274"/>
              <a:gd name="csX96" fmla="*/ 8722982 w 11110948"/>
              <a:gd name="csY96" fmla="*/ 1210621 h 2421274"/>
              <a:gd name="csX97" fmla="*/ 8782187 w 11110948"/>
              <a:gd name="csY97" fmla="*/ 1592169 h 2421274"/>
              <a:gd name="csX98" fmla="*/ 8841393 w 11110948"/>
              <a:gd name="csY98" fmla="*/ 1269826 h 2421274"/>
              <a:gd name="csX99" fmla="*/ 8894020 w 11110948"/>
              <a:gd name="csY99" fmla="*/ 1493493 h 2421274"/>
              <a:gd name="csX100" fmla="*/ 8926912 w 11110948"/>
              <a:gd name="csY100" fmla="*/ 1296140 h 2421274"/>
              <a:gd name="csX101" fmla="*/ 8979540 w 11110948"/>
              <a:gd name="csY101" fmla="*/ 1559277 h 2421274"/>
              <a:gd name="csX102" fmla="*/ 9051902 w 11110948"/>
              <a:gd name="csY102" fmla="*/ 1289562 h 2421274"/>
              <a:gd name="csX103" fmla="*/ 9117687 w 11110948"/>
              <a:gd name="csY103" fmla="*/ 1539541 h 2421274"/>
              <a:gd name="csX104" fmla="*/ 9130843 w 11110948"/>
              <a:gd name="csY104" fmla="*/ 1243513 h 2421274"/>
              <a:gd name="csX105" fmla="*/ 9183471 w 11110948"/>
              <a:gd name="csY105" fmla="*/ 1486914 h 2421274"/>
              <a:gd name="csX106" fmla="*/ 9222941 w 11110948"/>
              <a:gd name="csY106" fmla="*/ 1190885 h 2421274"/>
              <a:gd name="csX107" fmla="*/ 9268990 w 11110948"/>
              <a:gd name="csY107" fmla="*/ 1493493 h 2421274"/>
              <a:gd name="csX108" fmla="*/ 9380823 w 11110948"/>
              <a:gd name="csY108" fmla="*/ 1256669 h 2421274"/>
              <a:gd name="csX109" fmla="*/ 9466343 w 11110948"/>
              <a:gd name="csY109" fmla="*/ 1394816 h 2421274"/>
              <a:gd name="csX110" fmla="*/ 9551862 w 11110948"/>
              <a:gd name="csY110" fmla="*/ 1250091 h 2421274"/>
              <a:gd name="csX111" fmla="*/ 9611068 w 11110948"/>
              <a:gd name="csY111" fmla="*/ 1335610 h 2421274"/>
              <a:gd name="csX112" fmla="*/ 9709744 w 11110948"/>
              <a:gd name="csY112" fmla="*/ 1269826 h 2421274"/>
              <a:gd name="csX113" fmla="*/ 9768950 w 11110948"/>
              <a:gd name="csY113" fmla="*/ 1335610 h 2421274"/>
              <a:gd name="csX114" fmla="*/ 9834734 w 11110948"/>
              <a:gd name="csY114" fmla="*/ 1269826 h 2421274"/>
              <a:gd name="csX115" fmla="*/ 9887361 w 11110948"/>
              <a:gd name="csY115" fmla="*/ 1322454 h 2421274"/>
              <a:gd name="csX116" fmla="*/ 9939989 w 11110948"/>
              <a:gd name="csY116" fmla="*/ 1256669 h 2421274"/>
              <a:gd name="csX117" fmla="*/ 9999194 w 11110948"/>
              <a:gd name="csY117" fmla="*/ 1315875 h 2421274"/>
              <a:gd name="csX118" fmla="*/ 10045243 w 11110948"/>
              <a:gd name="csY118" fmla="*/ 1263248 h 2421274"/>
              <a:gd name="csX119" fmla="*/ 10130763 w 11110948"/>
              <a:gd name="csY119" fmla="*/ 1315875 h 2421274"/>
              <a:gd name="csX120" fmla="*/ 10236018 w 11110948"/>
              <a:gd name="csY120" fmla="*/ 1263248 h 2421274"/>
              <a:gd name="csX121" fmla="*/ 10328115 w 11110948"/>
              <a:gd name="csY121" fmla="*/ 1302718 h 2421274"/>
              <a:gd name="csX122" fmla="*/ 10393900 w 11110948"/>
              <a:gd name="csY122" fmla="*/ 1276405 h 2421274"/>
              <a:gd name="csX123" fmla="*/ 10512311 w 11110948"/>
              <a:gd name="csY123" fmla="*/ 1302718 h 2421274"/>
              <a:gd name="csX124" fmla="*/ 10663615 w 11110948"/>
              <a:gd name="csY124" fmla="*/ 1276405 h 2421274"/>
              <a:gd name="csX125" fmla="*/ 10775448 w 11110948"/>
              <a:gd name="csY125" fmla="*/ 1302718 h 2421274"/>
              <a:gd name="csX126" fmla="*/ 10841232 w 11110948"/>
              <a:gd name="csY126" fmla="*/ 1302718 h 2421274"/>
              <a:gd name="csX127" fmla="*/ 10920173 w 11110948"/>
              <a:gd name="csY127" fmla="*/ 1335610 h 2421274"/>
              <a:gd name="csX128" fmla="*/ 11110947 w 11110948"/>
              <a:gd name="csY128" fmla="*/ 1322454 h 2421274"/>
              <a:gd name="csX0" fmla="*/ 0 w 10920173"/>
              <a:gd name="csY0" fmla="*/ 1138258 h 2421274"/>
              <a:gd name="csX1" fmla="*/ 1434095 w 10920173"/>
              <a:gd name="csY1" fmla="*/ 1144836 h 2421274"/>
              <a:gd name="csX2" fmla="*/ 2605053 w 10920173"/>
              <a:gd name="csY2" fmla="*/ 1125101 h 2421274"/>
              <a:gd name="csX3" fmla="*/ 3427356 w 10920173"/>
              <a:gd name="csY3" fmla="*/ 1131680 h 2421274"/>
              <a:gd name="csX4" fmla="*/ 3473405 w 10920173"/>
              <a:gd name="csY4" fmla="*/ 1125101 h 2421274"/>
              <a:gd name="csX5" fmla="*/ 3585238 w 10920173"/>
              <a:gd name="csY5" fmla="*/ 1256669 h 2421274"/>
              <a:gd name="csX6" fmla="*/ 3624708 w 10920173"/>
              <a:gd name="csY6" fmla="*/ 1197464 h 2421274"/>
              <a:gd name="csX7" fmla="*/ 3710228 w 10920173"/>
              <a:gd name="csY7" fmla="*/ 1282983 h 2421274"/>
              <a:gd name="csX8" fmla="*/ 3789169 w 10920173"/>
              <a:gd name="csY8" fmla="*/ 1039582 h 2421274"/>
              <a:gd name="csX9" fmla="*/ 3854953 w 10920173"/>
              <a:gd name="csY9" fmla="*/ 1282983 h 2421274"/>
              <a:gd name="csX10" fmla="*/ 3940472 w 10920173"/>
              <a:gd name="csY10" fmla="*/ 1026425 h 2421274"/>
              <a:gd name="csX11" fmla="*/ 4012835 w 10920173"/>
              <a:gd name="csY11" fmla="*/ 1250091 h 2421274"/>
              <a:gd name="csX12" fmla="*/ 4098354 w 10920173"/>
              <a:gd name="csY12" fmla="*/ 1039582 h 2421274"/>
              <a:gd name="csX13" fmla="*/ 4137825 w 10920173"/>
              <a:gd name="csY13" fmla="*/ 1263248 h 2421274"/>
              <a:gd name="csX14" fmla="*/ 4170717 w 10920173"/>
              <a:gd name="csY14" fmla="*/ 1039582 h 2421274"/>
              <a:gd name="csX15" fmla="*/ 4243079 w 10920173"/>
              <a:gd name="csY15" fmla="*/ 1250091 h 2421274"/>
              <a:gd name="csX16" fmla="*/ 4249658 w 10920173"/>
              <a:gd name="csY16" fmla="*/ 1026425 h 2421274"/>
              <a:gd name="csX17" fmla="*/ 4308864 w 10920173"/>
              <a:gd name="csY17" fmla="*/ 1256669 h 2421274"/>
              <a:gd name="csX18" fmla="*/ 4361491 w 10920173"/>
              <a:gd name="csY18" fmla="*/ 1046160 h 2421274"/>
              <a:gd name="csX19" fmla="*/ 4460167 w 10920173"/>
              <a:gd name="csY19" fmla="*/ 1276405 h 2421274"/>
              <a:gd name="csX20" fmla="*/ 4532530 w 10920173"/>
              <a:gd name="csY20" fmla="*/ 954062 h 2421274"/>
              <a:gd name="csX21" fmla="*/ 4598314 w 10920173"/>
              <a:gd name="csY21" fmla="*/ 1296140 h 2421274"/>
              <a:gd name="csX22" fmla="*/ 4657520 w 10920173"/>
              <a:gd name="csY22" fmla="*/ 1006690 h 2421274"/>
              <a:gd name="csX23" fmla="*/ 4703569 w 10920173"/>
              <a:gd name="csY23" fmla="*/ 1289562 h 2421274"/>
              <a:gd name="csX24" fmla="*/ 4723304 w 10920173"/>
              <a:gd name="csY24" fmla="*/ 1019846 h 2421274"/>
              <a:gd name="csX25" fmla="*/ 4802245 w 10920173"/>
              <a:gd name="csY25" fmla="*/ 1289562 h 2421274"/>
              <a:gd name="csX26" fmla="*/ 4854872 w 10920173"/>
              <a:gd name="csY26" fmla="*/ 1046160 h 2421274"/>
              <a:gd name="csX27" fmla="*/ 4940392 w 10920173"/>
              <a:gd name="csY27" fmla="*/ 1276405 h 2421274"/>
              <a:gd name="csX28" fmla="*/ 5006176 w 10920173"/>
              <a:gd name="csY28" fmla="*/ 1026425 h 2421274"/>
              <a:gd name="csX29" fmla="*/ 5098274 w 10920173"/>
              <a:gd name="csY29" fmla="*/ 1256669 h 2421274"/>
              <a:gd name="csX30" fmla="*/ 5144323 w 10920173"/>
              <a:gd name="csY30" fmla="*/ 1026425 h 2421274"/>
              <a:gd name="csX31" fmla="*/ 5223264 w 10920173"/>
              <a:gd name="csY31" fmla="*/ 1250091 h 2421274"/>
              <a:gd name="csX32" fmla="*/ 5249577 w 10920173"/>
              <a:gd name="csY32" fmla="*/ 960641 h 2421274"/>
              <a:gd name="csX33" fmla="*/ 5295626 w 10920173"/>
              <a:gd name="csY33" fmla="*/ 1269826 h 2421274"/>
              <a:gd name="csX34" fmla="*/ 5341675 w 10920173"/>
              <a:gd name="csY34" fmla="*/ 993533 h 2421274"/>
              <a:gd name="csX35" fmla="*/ 5407459 w 10920173"/>
              <a:gd name="csY35" fmla="*/ 1263248 h 2421274"/>
              <a:gd name="csX36" fmla="*/ 5440351 w 10920173"/>
              <a:gd name="csY36" fmla="*/ 875121 h 2421274"/>
              <a:gd name="csX37" fmla="*/ 5499557 w 10920173"/>
              <a:gd name="csY37" fmla="*/ 1243513 h 2421274"/>
              <a:gd name="csX38" fmla="*/ 5565341 w 10920173"/>
              <a:gd name="csY38" fmla="*/ 908013 h 2421274"/>
              <a:gd name="csX39" fmla="*/ 5664018 w 10920173"/>
              <a:gd name="csY39" fmla="*/ 1250091 h 2421274"/>
              <a:gd name="csX40" fmla="*/ 5710066 w 10920173"/>
              <a:gd name="csY40" fmla="*/ 1000111 h 2421274"/>
              <a:gd name="csX41" fmla="*/ 5828478 w 10920173"/>
              <a:gd name="csY41" fmla="*/ 2276324 h 2421274"/>
              <a:gd name="csX42" fmla="*/ 5854792 w 10920173"/>
              <a:gd name="csY42" fmla="*/ 177809 h 2421274"/>
              <a:gd name="csX43" fmla="*/ 5913997 w 10920173"/>
              <a:gd name="csY43" fmla="*/ 2315795 h 2421274"/>
              <a:gd name="csX44" fmla="*/ 5986360 w 10920173"/>
              <a:gd name="csY44" fmla="*/ 289642 h 2421274"/>
              <a:gd name="csX45" fmla="*/ 6025830 w 10920173"/>
              <a:gd name="csY45" fmla="*/ 2276324 h 2421274"/>
              <a:gd name="csX46" fmla="*/ 6091615 w 10920173"/>
              <a:gd name="csY46" fmla="*/ 192 h 2421274"/>
              <a:gd name="csX47" fmla="*/ 6144242 w 10920173"/>
              <a:gd name="csY47" fmla="*/ 2421049 h 2421274"/>
              <a:gd name="csX48" fmla="*/ 6170556 w 10920173"/>
              <a:gd name="csY48" fmla="*/ 158074 h 2421274"/>
              <a:gd name="csX49" fmla="*/ 6229761 w 10920173"/>
              <a:gd name="csY49" fmla="*/ 2394736 h 2421274"/>
              <a:gd name="csX50" fmla="*/ 6282389 w 10920173"/>
              <a:gd name="csY50" fmla="*/ 408054 h 2421274"/>
              <a:gd name="csX51" fmla="*/ 6341594 w 10920173"/>
              <a:gd name="csY51" fmla="*/ 2236854 h 2421274"/>
              <a:gd name="csX52" fmla="*/ 6407379 w 10920173"/>
              <a:gd name="csY52" fmla="*/ 934327 h 2421274"/>
              <a:gd name="csX53" fmla="*/ 6440271 w 10920173"/>
              <a:gd name="csY53" fmla="*/ 1894776 h 2421274"/>
              <a:gd name="csX54" fmla="*/ 6499477 w 10920173"/>
              <a:gd name="csY54" fmla="*/ 822494 h 2421274"/>
              <a:gd name="csX55" fmla="*/ 6532369 w 10920173"/>
              <a:gd name="csY55" fmla="*/ 1914511 h 2421274"/>
              <a:gd name="csX56" fmla="*/ 6578418 w 10920173"/>
              <a:gd name="csY56" fmla="*/ 408054 h 2421274"/>
              <a:gd name="csX57" fmla="*/ 6677094 w 10920173"/>
              <a:gd name="csY57" fmla="*/ 2164491 h 2421274"/>
              <a:gd name="csX58" fmla="*/ 6683672 w 10920173"/>
              <a:gd name="csY58" fmla="*/ 427789 h 2421274"/>
              <a:gd name="csX59" fmla="*/ 6749456 w 10920173"/>
              <a:gd name="csY59" fmla="*/ 1460600 h 2421274"/>
              <a:gd name="csX60" fmla="*/ 6762613 w 10920173"/>
              <a:gd name="csY60" fmla="*/ 269907 h 2421274"/>
              <a:gd name="csX61" fmla="*/ 6828397 w 10920173"/>
              <a:gd name="csY61" fmla="*/ 2388157 h 2421274"/>
              <a:gd name="csX62" fmla="*/ 6841554 w 10920173"/>
              <a:gd name="csY62" fmla="*/ 1348767 h 2421274"/>
              <a:gd name="csX63" fmla="*/ 6927074 w 10920173"/>
              <a:gd name="csY63" fmla="*/ 2111864 h 2421274"/>
              <a:gd name="csX64" fmla="*/ 6907338 w 10920173"/>
              <a:gd name="csY64" fmla="*/ 296221 h 2421274"/>
              <a:gd name="csX65" fmla="*/ 7012593 w 10920173"/>
              <a:gd name="csY65" fmla="*/ 2046080 h 2421274"/>
              <a:gd name="csX66" fmla="*/ 7045485 w 10920173"/>
              <a:gd name="csY66" fmla="*/ 309377 h 2421274"/>
              <a:gd name="csX67" fmla="*/ 7104691 w 10920173"/>
              <a:gd name="csY67" fmla="*/ 2026344 h 2421274"/>
              <a:gd name="csX68" fmla="*/ 7131005 w 10920173"/>
              <a:gd name="csY68" fmla="*/ 480416 h 2421274"/>
              <a:gd name="csX69" fmla="*/ 7203367 w 10920173"/>
              <a:gd name="csY69" fmla="*/ 1842149 h 2421274"/>
              <a:gd name="csX70" fmla="*/ 7216524 w 10920173"/>
              <a:gd name="csY70" fmla="*/ 677769 h 2421274"/>
              <a:gd name="csX71" fmla="*/ 7282308 w 10920173"/>
              <a:gd name="csY71" fmla="*/ 2013187 h 2421274"/>
              <a:gd name="csX72" fmla="*/ 7367828 w 10920173"/>
              <a:gd name="csY72" fmla="*/ 394897 h 2421274"/>
              <a:gd name="csX73" fmla="*/ 7400720 w 10920173"/>
              <a:gd name="csY73" fmla="*/ 1980295 h 2421274"/>
              <a:gd name="csX74" fmla="*/ 7512553 w 10920173"/>
              <a:gd name="csY74" fmla="*/ 519887 h 2421274"/>
              <a:gd name="csX75" fmla="*/ 7578337 w 10920173"/>
              <a:gd name="csY75" fmla="*/ 2000031 h 2421274"/>
              <a:gd name="csX76" fmla="*/ 7611229 w 10920173"/>
              <a:gd name="csY76" fmla="*/ 815916 h 2421274"/>
              <a:gd name="csX77" fmla="*/ 7696748 w 10920173"/>
              <a:gd name="csY77" fmla="*/ 1855305 h 2421274"/>
              <a:gd name="csX78" fmla="*/ 7723062 w 10920173"/>
              <a:gd name="csY78" fmla="*/ 697504 h 2421274"/>
              <a:gd name="csX79" fmla="*/ 7775689 w 10920173"/>
              <a:gd name="csY79" fmla="*/ 1822413 h 2421274"/>
              <a:gd name="csX80" fmla="*/ 7808582 w 10920173"/>
              <a:gd name="csY80" fmla="*/ 829072 h 2421274"/>
              <a:gd name="csX81" fmla="*/ 7880944 w 10920173"/>
              <a:gd name="csY81" fmla="*/ 1782943 h 2421274"/>
              <a:gd name="csX82" fmla="*/ 7933571 w 10920173"/>
              <a:gd name="csY82" fmla="*/ 940905 h 2421274"/>
              <a:gd name="csX83" fmla="*/ 7992777 w 10920173"/>
              <a:gd name="csY83" fmla="*/ 1697423 h 2421274"/>
              <a:gd name="csX84" fmla="*/ 8045405 w 10920173"/>
              <a:gd name="csY84" fmla="*/ 901435 h 2421274"/>
              <a:gd name="csX85" fmla="*/ 8124346 w 10920173"/>
              <a:gd name="csY85" fmla="*/ 1664531 h 2421274"/>
              <a:gd name="csX86" fmla="*/ 8190130 w 10920173"/>
              <a:gd name="csY86" fmla="*/ 1013268 h 2421274"/>
              <a:gd name="csX87" fmla="*/ 8216443 w 10920173"/>
              <a:gd name="csY87" fmla="*/ 1421130 h 2421274"/>
              <a:gd name="csX88" fmla="*/ 8242757 w 10920173"/>
              <a:gd name="csY88" fmla="*/ 1144836 h 2421274"/>
              <a:gd name="csX89" fmla="*/ 8328277 w 10920173"/>
              <a:gd name="csY89" fmla="*/ 1704002 h 2421274"/>
              <a:gd name="csX90" fmla="*/ 8354590 w 10920173"/>
              <a:gd name="csY90" fmla="*/ 1263248 h 2421274"/>
              <a:gd name="csX91" fmla="*/ 8453266 w 10920173"/>
              <a:gd name="csY91" fmla="*/ 1664531 h 2421274"/>
              <a:gd name="csX92" fmla="*/ 8486159 w 10920173"/>
              <a:gd name="csY92" fmla="*/ 1006690 h 2421274"/>
              <a:gd name="csX93" fmla="*/ 8565100 w 10920173"/>
              <a:gd name="csY93" fmla="*/ 1651375 h 2421274"/>
              <a:gd name="csX94" fmla="*/ 8591413 w 10920173"/>
              <a:gd name="csY94" fmla="*/ 1118523 h 2421274"/>
              <a:gd name="csX95" fmla="*/ 8663776 w 10920173"/>
              <a:gd name="csY95" fmla="*/ 1585590 h 2421274"/>
              <a:gd name="csX96" fmla="*/ 8722982 w 10920173"/>
              <a:gd name="csY96" fmla="*/ 1210621 h 2421274"/>
              <a:gd name="csX97" fmla="*/ 8782187 w 10920173"/>
              <a:gd name="csY97" fmla="*/ 1592169 h 2421274"/>
              <a:gd name="csX98" fmla="*/ 8841393 w 10920173"/>
              <a:gd name="csY98" fmla="*/ 1269826 h 2421274"/>
              <a:gd name="csX99" fmla="*/ 8894020 w 10920173"/>
              <a:gd name="csY99" fmla="*/ 1493493 h 2421274"/>
              <a:gd name="csX100" fmla="*/ 8926912 w 10920173"/>
              <a:gd name="csY100" fmla="*/ 1296140 h 2421274"/>
              <a:gd name="csX101" fmla="*/ 8979540 w 10920173"/>
              <a:gd name="csY101" fmla="*/ 1559277 h 2421274"/>
              <a:gd name="csX102" fmla="*/ 9051902 w 10920173"/>
              <a:gd name="csY102" fmla="*/ 1289562 h 2421274"/>
              <a:gd name="csX103" fmla="*/ 9117687 w 10920173"/>
              <a:gd name="csY103" fmla="*/ 1539541 h 2421274"/>
              <a:gd name="csX104" fmla="*/ 9130843 w 10920173"/>
              <a:gd name="csY104" fmla="*/ 1243513 h 2421274"/>
              <a:gd name="csX105" fmla="*/ 9183471 w 10920173"/>
              <a:gd name="csY105" fmla="*/ 1486914 h 2421274"/>
              <a:gd name="csX106" fmla="*/ 9222941 w 10920173"/>
              <a:gd name="csY106" fmla="*/ 1190885 h 2421274"/>
              <a:gd name="csX107" fmla="*/ 9268990 w 10920173"/>
              <a:gd name="csY107" fmla="*/ 1493493 h 2421274"/>
              <a:gd name="csX108" fmla="*/ 9380823 w 10920173"/>
              <a:gd name="csY108" fmla="*/ 1256669 h 2421274"/>
              <a:gd name="csX109" fmla="*/ 9466343 w 10920173"/>
              <a:gd name="csY109" fmla="*/ 1394816 h 2421274"/>
              <a:gd name="csX110" fmla="*/ 9551862 w 10920173"/>
              <a:gd name="csY110" fmla="*/ 1250091 h 2421274"/>
              <a:gd name="csX111" fmla="*/ 9611068 w 10920173"/>
              <a:gd name="csY111" fmla="*/ 1335610 h 2421274"/>
              <a:gd name="csX112" fmla="*/ 9709744 w 10920173"/>
              <a:gd name="csY112" fmla="*/ 1269826 h 2421274"/>
              <a:gd name="csX113" fmla="*/ 9768950 w 10920173"/>
              <a:gd name="csY113" fmla="*/ 1335610 h 2421274"/>
              <a:gd name="csX114" fmla="*/ 9834734 w 10920173"/>
              <a:gd name="csY114" fmla="*/ 1269826 h 2421274"/>
              <a:gd name="csX115" fmla="*/ 9887361 w 10920173"/>
              <a:gd name="csY115" fmla="*/ 1322454 h 2421274"/>
              <a:gd name="csX116" fmla="*/ 9939989 w 10920173"/>
              <a:gd name="csY116" fmla="*/ 1256669 h 2421274"/>
              <a:gd name="csX117" fmla="*/ 9999194 w 10920173"/>
              <a:gd name="csY117" fmla="*/ 1315875 h 2421274"/>
              <a:gd name="csX118" fmla="*/ 10045243 w 10920173"/>
              <a:gd name="csY118" fmla="*/ 1263248 h 2421274"/>
              <a:gd name="csX119" fmla="*/ 10130763 w 10920173"/>
              <a:gd name="csY119" fmla="*/ 1315875 h 2421274"/>
              <a:gd name="csX120" fmla="*/ 10236018 w 10920173"/>
              <a:gd name="csY120" fmla="*/ 1263248 h 2421274"/>
              <a:gd name="csX121" fmla="*/ 10328115 w 10920173"/>
              <a:gd name="csY121" fmla="*/ 1302718 h 2421274"/>
              <a:gd name="csX122" fmla="*/ 10393900 w 10920173"/>
              <a:gd name="csY122" fmla="*/ 1276405 h 2421274"/>
              <a:gd name="csX123" fmla="*/ 10512311 w 10920173"/>
              <a:gd name="csY123" fmla="*/ 1302718 h 2421274"/>
              <a:gd name="csX124" fmla="*/ 10663615 w 10920173"/>
              <a:gd name="csY124" fmla="*/ 1276405 h 2421274"/>
              <a:gd name="csX125" fmla="*/ 10775448 w 10920173"/>
              <a:gd name="csY125" fmla="*/ 1302718 h 2421274"/>
              <a:gd name="csX126" fmla="*/ 10841232 w 10920173"/>
              <a:gd name="csY126" fmla="*/ 1302718 h 2421274"/>
              <a:gd name="csX127" fmla="*/ 10920173 w 10920173"/>
              <a:gd name="csY127" fmla="*/ 1335610 h 2421274"/>
              <a:gd name="csX0" fmla="*/ 0 w 10841233"/>
              <a:gd name="csY0" fmla="*/ 1138258 h 2421274"/>
              <a:gd name="csX1" fmla="*/ 1434095 w 10841233"/>
              <a:gd name="csY1" fmla="*/ 1144836 h 2421274"/>
              <a:gd name="csX2" fmla="*/ 2605053 w 10841233"/>
              <a:gd name="csY2" fmla="*/ 1125101 h 2421274"/>
              <a:gd name="csX3" fmla="*/ 3427356 w 10841233"/>
              <a:gd name="csY3" fmla="*/ 1131680 h 2421274"/>
              <a:gd name="csX4" fmla="*/ 3473405 w 10841233"/>
              <a:gd name="csY4" fmla="*/ 1125101 h 2421274"/>
              <a:gd name="csX5" fmla="*/ 3585238 w 10841233"/>
              <a:gd name="csY5" fmla="*/ 1256669 h 2421274"/>
              <a:gd name="csX6" fmla="*/ 3624708 w 10841233"/>
              <a:gd name="csY6" fmla="*/ 1197464 h 2421274"/>
              <a:gd name="csX7" fmla="*/ 3710228 w 10841233"/>
              <a:gd name="csY7" fmla="*/ 1282983 h 2421274"/>
              <a:gd name="csX8" fmla="*/ 3789169 w 10841233"/>
              <a:gd name="csY8" fmla="*/ 1039582 h 2421274"/>
              <a:gd name="csX9" fmla="*/ 3854953 w 10841233"/>
              <a:gd name="csY9" fmla="*/ 1282983 h 2421274"/>
              <a:gd name="csX10" fmla="*/ 3940472 w 10841233"/>
              <a:gd name="csY10" fmla="*/ 1026425 h 2421274"/>
              <a:gd name="csX11" fmla="*/ 4012835 w 10841233"/>
              <a:gd name="csY11" fmla="*/ 1250091 h 2421274"/>
              <a:gd name="csX12" fmla="*/ 4098354 w 10841233"/>
              <a:gd name="csY12" fmla="*/ 1039582 h 2421274"/>
              <a:gd name="csX13" fmla="*/ 4137825 w 10841233"/>
              <a:gd name="csY13" fmla="*/ 1263248 h 2421274"/>
              <a:gd name="csX14" fmla="*/ 4170717 w 10841233"/>
              <a:gd name="csY14" fmla="*/ 1039582 h 2421274"/>
              <a:gd name="csX15" fmla="*/ 4243079 w 10841233"/>
              <a:gd name="csY15" fmla="*/ 1250091 h 2421274"/>
              <a:gd name="csX16" fmla="*/ 4249658 w 10841233"/>
              <a:gd name="csY16" fmla="*/ 1026425 h 2421274"/>
              <a:gd name="csX17" fmla="*/ 4308864 w 10841233"/>
              <a:gd name="csY17" fmla="*/ 1256669 h 2421274"/>
              <a:gd name="csX18" fmla="*/ 4361491 w 10841233"/>
              <a:gd name="csY18" fmla="*/ 1046160 h 2421274"/>
              <a:gd name="csX19" fmla="*/ 4460167 w 10841233"/>
              <a:gd name="csY19" fmla="*/ 1276405 h 2421274"/>
              <a:gd name="csX20" fmla="*/ 4532530 w 10841233"/>
              <a:gd name="csY20" fmla="*/ 954062 h 2421274"/>
              <a:gd name="csX21" fmla="*/ 4598314 w 10841233"/>
              <a:gd name="csY21" fmla="*/ 1296140 h 2421274"/>
              <a:gd name="csX22" fmla="*/ 4657520 w 10841233"/>
              <a:gd name="csY22" fmla="*/ 1006690 h 2421274"/>
              <a:gd name="csX23" fmla="*/ 4703569 w 10841233"/>
              <a:gd name="csY23" fmla="*/ 1289562 h 2421274"/>
              <a:gd name="csX24" fmla="*/ 4723304 w 10841233"/>
              <a:gd name="csY24" fmla="*/ 1019846 h 2421274"/>
              <a:gd name="csX25" fmla="*/ 4802245 w 10841233"/>
              <a:gd name="csY25" fmla="*/ 1289562 h 2421274"/>
              <a:gd name="csX26" fmla="*/ 4854872 w 10841233"/>
              <a:gd name="csY26" fmla="*/ 1046160 h 2421274"/>
              <a:gd name="csX27" fmla="*/ 4940392 w 10841233"/>
              <a:gd name="csY27" fmla="*/ 1276405 h 2421274"/>
              <a:gd name="csX28" fmla="*/ 5006176 w 10841233"/>
              <a:gd name="csY28" fmla="*/ 1026425 h 2421274"/>
              <a:gd name="csX29" fmla="*/ 5098274 w 10841233"/>
              <a:gd name="csY29" fmla="*/ 1256669 h 2421274"/>
              <a:gd name="csX30" fmla="*/ 5144323 w 10841233"/>
              <a:gd name="csY30" fmla="*/ 1026425 h 2421274"/>
              <a:gd name="csX31" fmla="*/ 5223264 w 10841233"/>
              <a:gd name="csY31" fmla="*/ 1250091 h 2421274"/>
              <a:gd name="csX32" fmla="*/ 5249577 w 10841233"/>
              <a:gd name="csY32" fmla="*/ 960641 h 2421274"/>
              <a:gd name="csX33" fmla="*/ 5295626 w 10841233"/>
              <a:gd name="csY33" fmla="*/ 1269826 h 2421274"/>
              <a:gd name="csX34" fmla="*/ 5341675 w 10841233"/>
              <a:gd name="csY34" fmla="*/ 993533 h 2421274"/>
              <a:gd name="csX35" fmla="*/ 5407459 w 10841233"/>
              <a:gd name="csY35" fmla="*/ 1263248 h 2421274"/>
              <a:gd name="csX36" fmla="*/ 5440351 w 10841233"/>
              <a:gd name="csY36" fmla="*/ 875121 h 2421274"/>
              <a:gd name="csX37" fmla="*/ 5499557 w 10841233"/>
              <a:gd name="csY37" fmla="*/ 1243513 h 2421274"/>
              <a:gd name="csX38" fmla="*/ 5565341 w 10841233"/>
              <a:gd name="csY38" fmla="*/ 908013 h 2421274"/>
              <a:gd name="csX39" fmla="*/ 5664018 w 10841233"/>
              <a:gd name="csY39" fmla="*/ 1250091 h 2421274"/>
              <a:gd name="csX40" fmla="*/ 5710066 w 10841233"/>
              <a:gd name="csY40" fmla="*/ 1000111 h 2421274"/>
              <a:gd name="csX41" fmla="*/ 5828478 w 10841233"/>
              <a:gd name="csY41" fmla="*/ 2276324 h 2421274"/>
              <a:gd name="csX42" fmla="*/ 5854792 w 10841233"/>
              <a:gd name="csY42" fmla="*/ 177809 h 2421274"/>
              <a:gd name="csX43" fmla="*/ 5913997 w 10841233"/>
              <a:gd name="csY43" fmla="*/ 2315795 h 2421274"/>
              <a:gd name="csX44" fmla="*/ 5986360 w 10841233"/>
              <a:gd name="csY44" fmla="*/ 289642 h 2421274"/>
              <a:gd name="csX45" fmla="*/ 6025830 w 10841233"/>
              <a:gd name="csY45" fmla="*/ 2276324 h 2421274"/>
              <a:gd name="csX46" fmla="*/ 6091615 w 10841233"/>
              <a:gd name="csY46" fmla="*/ 192 h 2421274"/>
              <a:gd name="csX47" fmla="*/ 6144242 w 10841233"/>
              <a:gd name="csY47" fmla="*/ 2421049 h 2421274"/>
              <a:gd name="csX48" fmla="*/ 6170556 w 10841233"/>
              <a:gd name="csY48" fmla="*/ 158074 h 2421274"/>
              <a:gd name="csX49" fmla="*/ 6229761 w 10841233"/>
              <a:gd name="csY49" fmla="*/ 2394736 h 2421274"/>
              <a:gd name="csX50" fmla="*/ 6282389 w 10841233"/>
              <a:gd name="csY50" fmla="*/ 408054 h 2421274"/>
              <a:gd name="csX51" fmla="*/ 6341594 w 10841233"/>
              <a:gd name="csY51" fmla="*/ 2236854 h 2421274"/>
              <a:gd name="csX52" fmla="*/ 6407379 w 10841233"/>
              <a:gd name="csY52" fmla="*/ 934327 h 2421274"/>
              <a:gd name="csX53" fmla="*/ 6440271 w 10841233"/>
              <a:gd name="csY53" fmla="*/ 1894776 h 2421274"/>
              <a:gd name="csX54" fmla="*/ 6499477 w 10841233"/>
              <a:gd name="csY54" fmla="*/ 822494 h 2421274"/>
              <a:gd name="csX55" fmla="*/ 6532369 w 10841233"/>
              <a:gd name="csY55" fmla="*/ 1914511 h 2421274"/>
              <a:gd name="csX56" fmla="*/ 6578418 w 10841233"/>
              <a:gd name="csY56" fmla="*/ 408054 h 2421274"/>
              <a:gd name="csX57" fmla="*/ 6677094 w 10841233"/>
              <a:gd name="csY57" fmla="*/ 2164491 h 2421274"/>
              <a:gd name="csX58" fmla="*/ 6683672 w 10841233"/>
              <a:gd name="csY58" fmla="*/ 427789 h 2421274"/>
              <a:gd name="csX59" fmla="*/ 6749456 w 10841233"/>
              <a:gd name="csY59" fmla="*/ 1460600 h 2421274"/>
              <a:gd name="csX60" fmla="*/ 6762613 w 10841233"/>
              <a:gd name="csY60" fmla="*/ 269907 h 2421274"/>
              <a:gd name="csX61" fmla="*/ 6828397 w 10841233"/>
              <a:gd name="csY61" fmla="*/ 2388157 h 2421274"/>
              <a:gd name="csX62" fmla="*/ 6841554 w 10841233"/>
              <a:gd name="csY62" fmla="*/ 1348767 h 2421274"/>
              <a:gd name="csX63" fmla="*/ 6927074 w 10841233"/>
              <a:gd name="csY63" fmla="*/ 2111864 h 2421274"/>
              <a:gd name="csX64" fmla="*/ 6907338 w 10841233"/>
              <a:gd name="csY64" fmla="*/ 296221 h 2421274"/>
              <a:gd name="csX65" fmla="*/ 7012593 w 10841233"/>
              <a:gd name="csY65" fmla="*/ 2046080 h 2421274"/>
              <a:gd name="csX66" fmla="*/ 7045485 w 10841233"/>
              <a:gd name="csY66" fmla="*/ 309377 h 2421274"/>
              <a:gd name="csX67" fmla="*/ 7104691 w 10841233"/>
              <a:gd name="csY67" fmla="*/ 2026344 h 2421274"/>
              <a:gd name="csX68" fmla="*/ 7131005 w 10841233"/>
              <a:gd name="csY68" fmla="*/ 480416 h 2421274"/>
              <a:gd name="csX69" fmla="*/ 7203367 w 10841233"/>
              <a:gd name="csY69" fmla="*/ 1842149 h 2421274"/>
              <a:gd name="csX70" fmla="*/ 7216524 w 10841233"/>
              <a:gd name="csY70" fmla="*/ 677769 h 2421274"/>
              <a:gd name="csX71" fmla="*/ 7282308 w 10841233"/>
              <a:gd name="csY71" fmla="*/ 2013187 h 2421274"/>
              <a:gd name="csX72" fmla="*/ 7367828 w 10841233"/>
              <a:gd name="csY72" fmla="*/ 394897 h 2421274"/>
              <a:gd name="csX73" fmla="*/ 7400720 w 10841233"/>
              <a:gd name="csY73" fmla="*/ 1980295 h 2421274"/>
              <a:gd name="csX74" fmla="*/ 7512553 w 10841233"/>
              <a:gd name="csY74" fmla="*/ 519887 h 2421274"/>
              <a:gd name="csX75" fmla="*/ 7578337 w 10841233"/>
              <a:gd name="csY75" fmla="*/ 2000031 h 2421274"/>
              <a:gd name="csX76" fmla="*/ 7611229 w 10841233"/>
              <a:gd name="csY76" fmla="*/ 815916 h 2421274"/>
              <a:gd name="csX77" fmla="*/ 7696748 w 10841233"/>
              <a:gd name="csY77" fmla="*/ 1855305 h 2421274"/>
              <a:gd name="csX78" fmla="*/ 7723062 w 10841233"/>
              <a:gd name="csY78" fmla="*/ 697504 h 2421274"/>
              <a:gd name="csX79" fmla="*/ 7775689 w 10841233"/>
              <a:gd name="csY79" fmla="*/ 1822413 h 2421274"/>
              <a:gd name="csX80" fmla="*/ 7808582 w 10841233"/>
              <a:gd name="csY80" fmla="*/ 829072 h 2421274"/>
              <a:gd name="csX81" fmla="*/ 7880944 w 10841233"/>
              <a:gd name="csY81" fmla="*/ 1782943 h 2421274"/>
              <a:gd name="csX82" fmla="*/ 7933571 w 10841233"/>
              <a:gd name="csY82" fmla="*/ 940905 h 2421274"/>
              <a:gd name="csX83" fmla="*/ 7992777 w 10841233"/>
              <a:gd name="csY83" fmla="*/ 1697423 h 2421274"/>
              <a:gd name="csX84" fmla="*/ 8045405 w 10841233"/>
              <a:gd name="csY84" fmla="*/ 901435 h 2421274"/>
              <a:gd name="csX85" fmla="*/ 8124346 w 10841233"/>
              <a:gd name="csY85" fmla="*/ 1664531 h 2421274"/>
              <a:gd name="csX86" fmla="*/ 8190130 w 10841233"/>
              <a:gd name="csY86" fmla="*/ 1013268 h 2421274"/>
              <a:gd name="csX87" fmla="*/ 8216443 w 10841233"/>
              <a:gd name="csY87" fmla="*/ 1421130 h 2421274"/>
              <a:gd name="csX88" fmla="*/ 8242757 w 10841233"/>
              <a:gd name="csY88" fmla="*/ 1144836 h 2421274"/>
              <a:gd name="csX89" fmla="*/ 8328277 w 10841233"/>
              <a:gd name="csY89" fmla="*/ 1704002 h 2421274"/>
              <a:gd name="csX90" fmla="*/ 8354590 w 10841233"/>
              <a:gd name="csY90" fmla="*/ 1263248 h 2421274"/>
              <a:gd name="csX91" fmla="*/ 8453266 w 10841233"/>
              <a:gd name="csY91" fmla="*/ 1664531 h 2421274"/>
              <a:gd name="csX92" fmla="*/ 8486159 w 10841233"/>
              <a:gd name="csY92" fmla="*/ 1006690 h 2421274"/>
              <a:gd name="csX93" fmla="*/ 8565100 w 10841233"/>
              <a:gd name="csY93" fmla="*/ 1651375 h 2421274"/>
              <a:gd name="csX94" fmla="*/ 8591413 w 10841233"/>
              <a:gd name="csY94" fmla="*/ 1118523 h 2421274"/>
              <a:gd name="csX95" fmla="*/ 8663776 w 10841233"/>
              <a:gd name="csY95" fmla="*/ 1585590 h 2421274"/>
              <a:gd name="csX96" fmla="*/ 8722982 w 10841233"/>
              <a:gd name="csY96" fmla="*/ 1210621 h 2421274"/>
              <a:gd name="csX97" fmla="*/ 8782187 w 10841233"/>
              <a:gd name="csY97" fmla="*/ 1592169 h 2421274"/>
              <a:gd name="csX98" fmla="*/ 8841393 w 10841233"/>
              <a:gd name="csY98" fmla="*/ 1269826 h 2421274"/>
              <a:gd name="csX99" fmla="*/ 8894020 w 10841233"/>
              <a:gd name="csY99" fmla="*/ 1493493 h 2421274"/>
              <a:gd name="csX100" fmla="*/ 8926912 w 10841233"/>
              <a:gd name="csY100" fmla="*/ 1296140 h 2421274"/>
              <a:gd name="csX101" fmla="*/ 8979540 w 10841233"/>
              <a:gd name="csY101" fmla="*/ 1559277 h 2421274"/>
              <a:gd name="csX102" fmla="*/ 9051902 w 10841233"/>
              <a:gd name="csY102" fmla="*/ 1289562 h 2421274"/>
              <a:gd name="csX103" fmla="*/ 9117687 w 10841233"/>
              <a:gd name="csY103" fmla="*/ 1539541 h 2421274"/>
              <a:gd name="csX104" fmla="*/ 9130843 w 10841233"/>
              <a:gd name="csY104" fmla="*/ 1243513 h 2421274"/>
              <a:gd name="csX105" fmla="*/ 9183471 w 10841233"/>
              <a:gd name="csY105" fmla="*/ 1486914 h 2421274"/>
              <a:gd name="csX106" fmla="*/ 9222941 w 10841233"/>
              <a:gd name="csY106" fmla="*/ 1190885 h 2421274"/>
              <a:gd name="csX107" fmla="*/ 9268990 w 10841233"/>
              <a:gd name="csY107" fmla="*/ 1493493 h 2421274"/>
              <a:gd name="csX108" fmla="*/ 9380823 w 10841233"/>
              <a:gd name="csY108" fmla="*/ 1256669 h 2421274"/>
              <a:gd name="csX109" fmla="*/ 9466343 w 10841233"/>
              <a:gd name="csY109" fmla="*/ 1394816 h 2421274"/>
              <a:gd name="csX110" fmla="*/ 9551862 w 10841233"/>
              <a:gd name="csY110" fmla="*/ 1250091 h 2421274"/>
              <a:gd name="csX111" fmla="*/ 9611068 w 10841233"/>
              <a:gd name="csY111" fmla="*/ 1335610 h 2421274"/>
              <a:gd name="csX112" fmla="*/ 9709744 w 10841233"/>
              <a:gd name="csY112" fmla="*/ 1269826 h 2421274"/>
              <a:gd name="csX113" fmla="*/ 9768950 w 10841233"/>
              <a:gd name="csY113" fmla="*/ 1335610 h 2421274"/>
              <a:gd name="csX114" fmla="*/ 9834734 w 10841233"/>
              <a:gd name="csY114" fmla="*/ 1269826 h 2421274"/>
              <a:gd name="csX115" fmla="*/ 9887361 w 10841233"/>
              <a:gd name="csY115" fmla="*/ 1322454 h 2421274"/>
              <a:gd name="csX116" fmla="*/ 9939989 w 10841233"/>
              <a:gd name="csY116" fmla="*/ 1256669 h 2421274"/>
              <a:gd name="csX117" fmla="*/ 9999194 w 10841233"/>
              <a:gd name="csY117" fmla="*/ 1315875 h 2421274"/>
              <a:gd name="csX118" fmla="*/ 10045243 w 10841233"/>
              <a:gd name="csY118" fmla="*/ 1263248 h 2421274"/>
              <a:gd name="csX119" fmla="*/ 10130763 w 10841233"/>
              <a:gd name="csY119" fmla="*/ 1315875 h 2421274"/>
              <a:gd name="csX120" fmla="*/ 10236018 w 10841233"/>
              <a:gd name="csY120" fmla="*/ 1263248 h 2421274"/>
              <a:gd name="csX121" fmla="*/ 10328115 w 10841233"/>
              <a:gd name="csY121" fmla="*/ 1302718 h 2421274"/>
              <a:gd name="csX122" fmla="*/ 10393900 w 10841233"/>
              <a:gd name="csY122" fmla="*/ 1276405 h 2421274"/>
              <a:gd name="csX123" fmla="*/ 10512311 w 10841233"/>
              <a:gd name="csY123" fmla="*/ 1302718 h 2421274"/>
              <a:gd name="csX124" fmla="*/ 10663615 w 10841233"/>
              <a:gd name="csY124" fmla="*/ 1276405 h 2421274"/>
              <a:gd name="csX125" fmla="*/ 10775448 w 10841233"/>
              <a:gd name="csY125" fmla="*/ 1302718 h 2421274"/>
              <a:gd name="csX126" fmla="*/ 10841232 w 10841233"/>
              <a:gd name="csY126" fmla="*/ 1302718 h 2421274"/>
              <a:gd name="csX0" fmla="*/ 0 w 10775448"/>
              <a:gd name="csY0" fmla="*/ 1138258 h 2421274"/>
              <a:gd name="csX1" fmla="*/ 1434095 w 10775448"/>
              <a:gd name="csY1" fmla="*/ 1144836 h 2421274"/>
              <a:gd name="csX2" fmla="*/ 2605053 w 10775448"/>
              <a:gd name="csY2" fmla="*/ 1125101 h 2421274"/>
              <a:gd name="csX3" fmla="*/ 3427356 w 10775448"/>
              <a:gd name="csY3" fmla="*/ 1131680 h 2421274"/>
              <a:gd name="csX4" fmla="*/ 3473405 w 10775448"/>
              <a:gd name="csY4" fmla="*/ 1125101 h 2421274"/>
              <a:gd name="csX5" fmla="*/ 3585238 w 10775448"/>
              <a:gd name="csY5" fmla="*/ 1256669 h 2421274"/>
              <a:gd name="csX6" fmla="*/ 3624708 w 10775448"/>
              <a:gd name="csY6" fmla="*/ 1197464 h 2421274"/>
              <a:gd name="csX7" fmla="*/ 3710228 w 10775448"/>
              <a:gd name="csY7" fmla="*/ 1282983 h 2421274"/>
              <a:gd name="csX8" fmla="*/ 3789169 w 10775448"/>
              <a:gd name="csY8" fmla="*/ 1039582 h 2421274"/>
              <a:gd name="csX9" fmla="*/ 3854953 w 10775448"/>
              <a:gd name="csY9" fmla="*/ 1282983 h 2421274"/>
              <a:gd name="csX10" fmla="*/ 3940472 w 10775448"/>
              <a:gd name="csY10" fmla="*/ 1026425 h 2421274"/>
              <a:gd name="csX11" fmla="*/ 4012835 w 10775448"/>
              <a:gd name="csY11" fmla="*/ 1250091 h 2421274"/>
              <a:gd name="csX12" fmla="*/ 4098354 w 10775448"/>
              <a:gd name="csY12" fmla="*/ 1039582 h 2421274"/>
              <a:gd name="csX13" fmla="*/ 4137825 w 10775448"/>
              <a:gd name="csY13" fmla="*/ 1263248 h 2421274"/>
              <a:gd name="csX14" fmla="*/ 4170717 w 10775448"/>
              <a:gd name="csY14" fmla="*/ 1039582 h 2421274"/>
              <a:gd name="csX15" fmla="*/ 4243079 w 10775448"/>
              <a:gd name="csY15" fmla="*/ 1250091 h 2421274"/>
              <a:gd name="csX16" fmla="*/ 4249658 w 10775448"/>
              <a:gd name="csY16" fmla="*/ 1026425 h 2421274"/>
              <a:gd name="csX17" fmla="*/ 4308864 w 10775448"/>
              <a:gd name="csY17" fmla="*/ 1256669 h 2421274"/>
              <a:gd name="csX18" fmla="*/ 4361491 w 10775448"/>
              <a:gd name="csY18" fmla="*/ 1046160 h 2421274"/>
              <a:gd name="csX19" fmla="*/ 4460167 w 10775448"/>
              <a:gd name="csY19" fmla="*/ 1276405 h 2421274"/>
              <a:gd name="csX20" fmla="*/ 4532530 w 10775448"/>
              <a:gd name="csY20" fmla="*/ 954062 h 2421274"/>
              <a:gd name="csX21" fmla="*/ 4598314 w 10775448"/>
              <a:gd name="csY21" fmla="*/ 1296140 h 2421274"/>
              <a:gd name="csX22" fmla="*/ 4657520 w 10775448"/>
              <a:gd name="csY22" fmla="*/ 1006690 h 2421274"/>
              <a:gd name="csX23" fmla="*/ 4703569 w 10775448"/>
              <a:gd name="csY23" fmla="*/ 1289562 h 2421274"/>
              <a:gd name="csX24" fmla="*/ 4723304 w 10775448"/>
              <a:gd name="csY24" fmla="*/ 1019846 h 2421274"/>
              <a:gd name="csX25" fmla="*/ 4802245 w 10775448"/>
              <a:gd name="csY25" fmla="*/ 1289562 h 2421274"/>
              <a:gd name="csX26" fmla="*/ 4854872 w 10775448"/>
              <a:gd name="csY26" fmla="*/ 1046160 h 2421274"/>
              <a:gd name="csX27" fmla="*/ 4940392 w 10775448"/>
              <a:gd name="csY27" fmla="*/ 1276405 h 2421274"/>
              <a:gd name="csX28" fmla="*/ 5006176 w 10775448"/>
              <a:gd name="csY28" fmla="*/ 1026425 h 2421274"/>
              <a:gd name="csX29" fmla="*/ 5098274 w 10775448"/>
              <a:gd name="csY29" fmla="*/ 1256669 h 2421274"/>
              <a:gd name="csX30" fmla="*/ 5144323 w 10775448"/>
              <a:gd name="csY30" fmla="*/ 1026425 h 2421274"/>
              <a:gd name="csX31" fmla="*/ 5223264 w 10775448"/>
              <a:gd name="csY31" fmla="*/ 1250091 h 2421274"/>
              <a:gd name="csX32" fmla="*/ 5249577 w 10775448"/>
              <a:gd name="csY32" fmla="*/ 960641 h 2421274"/>
              <a:gd name="csX33" fmla="*/ 5295626 w 10775448"/>
              <a:gd name="csY33" fmla="*/ 1269826 h 2421274"/>
              <a:gd name="csX34" fmla="*/ 5341675 w 10775448"/>
              <a:gd name="csY34" fmla="*/ 993533 h 2421274"/>
              <a:gd name="csX35" fmla="*/ 5407459 w 10775448"/>
              <a:gd name="csY35" fmla="*/ 1263248 h 2421274"/>
              <a:gd name="csX36" fmla="*/ 5440351 w 10775448"/>
              <a:gd name="csY36" fmla="*/ 875121 h 2421274"/>
              <a:gd name="csX37" fmla="*/ 5499557 w 10775448"/>
              <a:gd name="csY37" fmla="*/ 1243513 h 2421274"/>
              <a:gd name="csX38" fmla="*/ 5565341 w 10775448"/>
              <a:gd name="csY38" fmla="*/ 908013 h 2421274"/>
              <a:gd name="csX39" fmla="*/ 5664018 w 10775448"/>
              <a:gd name="csY39" fmla="*/ 1250091 h 2421274"/>
              <a:gd name="csX40" fmla="*/ 5710066 w 10775448"/>
              <a:gd name="csY40" fmla="*/ 1000111 h 2421274"/>
              <a:gd name="csX41" fmla="*/ 5828478 w 10775448"/>
              <a:gd name="csY41" fmla="*/ 2276324 h 2421274"/>
              <a:gd name="csX42" fmla="*/ 5854792 w 10775448"/>
              <a:gd name="csY42" fmla="*/ 177809 h 2421274"/>
              <a:gd name="csX43" fmla="*/ 5913997 w 10775448"/>
              <a:gd name="csY43" fmla="*/ 2315795 h 2421274"/>
              <a:gd name="csX44" fmla="*/ 5986360 w 10775448"/>
              <a:gd name="csY44" fmla="*/ 289642 h 2421274"/>
              <a:gd name="csX45" fmla="*/ 6025830 w 10775448"/>
              <a:gd name="csY45" fmla="*/ 2276324 h 2421274"/>
              <a:gd name="csX46" fmla="*/ 6091615 w 10775448"/>
              <a:gd name="csY46" fmla="*/ 192 h 2421274"/>
              <a:gd name="csX47" fmla="*/ 6144242 w 10775448"/>
              <a:gd name="csY47" fmla="*/ 2421049 h 2421274"/>
              <a:gd name="csX48" fmla="*/ 6170556 w 10775448"/>
              <a:gd name="csY48" fmla="*/ 158074 h 2421274"/>
              <a:gd name="csX49" fmla="*/ 6229761 w 10775448"/>
              <a:gd name="csY49" fmla="*/ 2394736 h 2421274"/>
              <a:gd name="csX50" fmla="*/ 6282389 w 10775448"/>
              <a:gd name="csY50" fmla="*/ 408054 h 2421274"/>
              <a:gd name="csX51" fmla="*/ 6341594 w 10775448"/>
              <a:gd name="csY51" fmla="*/ 2236854 h 2421274"/>
              <a:gd name="csX52" fmla="*/ 6407379 w 10775448"/>
              <a:gd name="csY52" fmla="*/ 934327 h 2421274"/>
              <a:gd name="csX53" fmla="*/ 6440271 w 10775448"/>
              <a:gd name="csY53" fmla="*/ 1894776 h 2421274"/>
              <a:gd name="csX54" fmla="*/ 6499477 w 10775448"/>
              <a:gd name="csY54" fmla="*/ 822494 h 2421274"/>
              <a:gd name="csX55" fmla="*/ 6532369 w 10775448"/>
              <a:gd name="csY55" fmla="*/ 1914511 h 2421274"/>
              <a:gd name="csX56" fmla="*/ 6578418 w 10775448"/>
              <a:gd name="csY56" fmla="*/ 408054 h 2421274"/>
              <a:gd name="csX57" fmla="*/ 6677094 w 10775448"/>
              <a:gd name="csY57" fmla="*/ 2164491 h 2421274"/>
              <a:gd name="csX58" fmla="*/ 6683672 w 10775448"/>
              <a:gd name="csY58" fmla="*/ 427789 h 2421274"/>
              <a:gd name="csX59" fmla="*/ 6749456 w 10775448"/>
              <a:gd name="csY59" fmla="*/ 1460600 h 2421274"/>
              <a:gd name="csX60" fmla="*/ 6762613 w 10775448"/>
              <a:gd name="csY60" fmla="*/ 269907 h 2421274"/>
              <a:gd name="csX61" fmla="*/ 6828397 w 10775448"/>
              <a:gd name="csY61" fmla="*/ 2388157 h 2421274"/>
              <a:gd name="csX62" fmla="*/ 6841554 w 10775448"/>
              <a:gd name="csY62" fmla="*/ 1348767 h 2421274"/>
              <a:gd name="csX63" fmla="*/ 6927074 w 10775448"/>
              <a:gd name="csY63" fmla="*/ 2111864 h 2421274"/>
              <a:gd name="csX64" fmla="*/ 6907338 w 10775448"/>
              <a:gd name="csY64" fmla="*/ 296221 h 2421274"/>
              <a:gd name="csX65" fmla="*/ 7012593 w 10775448"/>
              <a:gd name="csY65" fmla="*/ 2046080 h 2421274"/>
              <a:gd name="csX66" fmla="*/ 7045485 w 10775448"/>
              <a:gd name="csY66" fmla="*/ 309377 h 2421274"/>
              <a:gd name="csX67" fmla="*/ 7104691 w 10775448"/>
              <a:gd name="csY67" fmla="*/ 2026344 h 2421274"/>
              <a:gd name="csX68" fmla="*/ 7131005 w 10775448"/>
              <a:gd name="csY68" fmla="*/ 480416 h 2421274"/>
              <a:gd name="csX69" fmla="*/ 7203367 w 10775448"/>
              <a:gd name="csY69" fmla="*/ 1842149 h 2421274"/>
              <a:gd name="csX70" fmla="*/ 7216524 w 10775448"/>
              <a:gd name="csY70" fmla="*/ 677769 h 2421274"/>
              <a:gd name="csX71" fmla="*/ 7282308 w 10775448"/>
              <a:gd name="csY71" fmla="*/ 2013187 h 2421274"/>
              <a:gd name="csX72" fmla="*/ 7367828 w 10775448"/>
              <a:gd name="csY72" fmla="*/ 394897 h 2421274"/>
              <a:gd name="csX73" fmla="*/ 7400720 w 10775448"/>
              <a:gd name="csY73" fmla="*/ 1980295 h 2421274"/>
              <a:gd name="csX74" fmla="*/ 7512553 w 10775448"/>
              <a:gd name="csY74" fmla="*/ 519887 h 2421274"/>
              <a:gd name="csX75" fmla="*/ 7578337 w 10775448"/>
              <a:gd name="csY75" fmla="*/ 2000031 h 2421274"/>
              <a:gd name="csX76" fmla="*/ 7611229 w 10775448"/>
              <a:gd name="csY76" fmla="*/ 815916 h 2421274"/>
              <a:gd name="csX77" fmla="*/ 7696748 w 10775448"/>
              <a:gd name="csY77" fmla="*/ 1855305 h 2421274"/>
              <a:gd name="csX78" fmla="*/ 7723062 w 10775448"/>
              <a:gd name="csY78" fmla="*/ 697504 h 2421274"/>
              <a:gd name="csX79" fmla="*/ 7775689 w 10775448"/>
              <a:gd name="csY79" fmla="*/ 1822413 h 2421274"/>
              <a:gd name="csX80" fmla="*/ 7808582 w 10775448"/>
              <a:gd name="csY80" fmla="*/ 829072 h 2421274"/>
              <a:gd name="csX81" fmla="*/ 7880944 w 10775448"/>
              <a:gd name="csY81" fmla="*/ 1782943 h 2421274"/>
              <a:gd name="csX82" fmla="*/ 7933571 w 10775448"/>
              <a:gd name="csY82" fmla="*/ 940905 h 2421274"/>
              <a:gd name="csX83" fmla="*/ 7992777 w 10775448"/>
              <a:gd name="csY83" fmla="*/ 1697423 h 2421274"/>
              <a:gd name="csX84" fmla="*/ 8045405 w 10775448"/>
              <a:gd name="csY84" fmla="*/ 901435 h 2421274"/>
              <a:gd name="csX85" fmla="*/ 8124346 w 10775448"/>
              <a:gd name="csY85" fmla="*/ 1664531 h 2421274"/>
              <a:gd name="csX86" fmla="*/ 8190130 w 10775448"/>
              <a:gd name="csY86" fmla="*/ 1013268 h 2421274"/>
              <a:gd name="csX87" fmla="*/ 8216443 w 10775448"/>
              <a:gd name="csY87" fmla="*/ 1421130 h 2421274"/>
              <a:gd name="csX88" fmla="*/ 8242757 w 10775448"/>
              <a:gd name="csY88" fmla="*/ 1144836 h 2421274"/>
              <a:gd name="csX89" fmla="*/ 8328277 w 10775448"/>
              <a:gd name="csY89" fmla="*/ 1704002 h 2421274"/>
              <a:gd name="csX90" fmla="*/ 8354590 w 10775448"/>
              <a:gd name="csY90" fmla="*/ 1263248 h 2421274"/>
              <a:gd name="csX91" fmla="*/ 8453266 w 10775448"/>
              <a:gd name="csY91" fmla="*/ 1664531 h 2421274"/>
              <a:gd name="csX92" fmla="*/ 8486159 w 10775448"/>
              <a:gd name="csY92" fmla="*/ 1006690 h 2421274"/>
              <a:gd name="csX93" fmla="*/ 8565100 w 10775448"/>
              <a:gd name="csY93" fmla="*/ 1651375 h 2421274"/>
              <a:gd name="csX94" fmla="*/ 8591413 w 10775448"/>
              <a:gd name="csY94" fmla="*/ 1118523 h 2421274"/>
              <a:gd name="csX95" fmla="*/ 8663776 w 10775448"/>
              <a:gd name="csY95" fmla="*/ 1585590 h 2421274"/>
              <a:gd name="csX96" fmla="*/ 8722982 w 10775448"/>
              <a:gd name="csY96" fmla="*/ 1210621 h 2421274"/>
              <a:gd name="csX97" fmla="*/ 8782187 w 10775448"/>
              <a:gd name="csY97" fmla="*/ 1592169 h 2421274"/>
              <a:gd name="csX98" fmla="*/ 8841393 w 10775448"/>
              <a:gd name="csY98" fmla="*/ 1269826 h 2421274"/>
              <a:gd name="csX99" fmla="*/ 8894020 w 10775448"/>
              <a:gd name="csY99" fmla="*/ 1493493 h 2421274"/>
              <a:gd name="csX100" fmla="*/ 8926912 w 10775448"/>
              <a:gd name="csY100" fmla="*/ 1296140 h 2421274"/>
              <a:gd name="csX101" fmla="*/ 8979540 w 10775448"/>
              <a:gd name="csY101" fmla="*/ 1559277 h 2421274"/>
              <a:gd name="csX102" fmla="*/ 9051902 w 10775448"/>
              <a:gd name="csY102" fmla="*/ 1289562 h 2421274"/>
              <a:gd name="csX103" fmla="*/ 9117687 w 10775448"/>
              <a:gd name="csY103" fmla="*/ 1539541 h 2421274"/>
              <a:gd name="csX104" fmla="*/ 9130843 w 10775448"/>
              <a:gd name="csY104" fmla="*/ 1243513 h 2421274"/>
              <a:gd name="csX105" fmla="*/ 9183471 w 10775448"/>
              <a:gd name="csY105" fmla="*/ 1486914 h 2421274"/>
              <a:gd name="csX106" fmla="*/ 9222941 w 10775448"/>
              <a:gd name="csY106" fmla="*/ 1190885 h 2421274"/>
              <a:gd name="csX107" fmla="*/ 9268990 w 10775448"/>
              <a:gd name="csY107" fmla="*/ 1493493 h 2421274"/>
              <a:gd name="csX108" fmla="*/ 9380823 w 10775448"/>
              <a:gd name="csY108" fmla="*/ 1256669 h 2421274"/>
              <a:gd name="csX109" fmla="*/ 9466343 w 10775448"/>
              <a:gd name="csY109" fmla="*/ 1394816 h 2421274"/>
              <a:gd name="csX110" fmla="*/ 9551862 w 10775448"/>
              <a:gd name="csY110" fmla="*/ 1250091 h 2421274"/>
              <a:gd name="csX111" fmla="*/ 9611068 w 10775448"/>
              <a:gd name="csY111" fmla="*/ 1335610 h 2421274"/>
              <a:gd name="csX112" fmla="*/ 9709744 w 10775448"/>
              <a:gd name="csY112" fmla="*/ 1269826 h 2421274"/>
              <a:gd name="csX113" fmla="*/ 9768950 w 10775448"/>
              <a:gd name="csY113" fmla="*/ 1335610 h 2421274"/>
              <a:gd name="csX114" fmla="*/ 9834734 w 10775448"/>
              <a:gd name="csY114" fmla="*/ 1269826 h 2421274"/>
              <a:gd name="csX115" fmla="*/ 9887361 w 10775448"/>
              <a:gd name="csY115" fmla="*/ 1322454 h 2421274"/>
              <a:gd name="csX116" fmla="*/ 9939989 w 10775448"/>
              <a:gd name="csY116" fmla="*/ 1256669 h 2421274"/>
              <a:gd name="csX117" fmla="*/ 9999194 w 10775448"/>
              <a:gd name="csY117" fmla="*/ 1315875 h 2421274"/>
              <a:gd name="csX118" fmla="*/ 10045243 w 10775448"/>
              <a:gd name="csY118" fmla="*/ 1263248 h 2421274"/>
              <a:gd name="csX119" fmla="*/ 10130763 w 10775448"/>
              <a:gd name="csY119" fmla="*/ 1315875 h 2421274"/>
              <a:gd name="csX120" fmla="*/ 10236018 w 10775448"/>
              <a:gd name="csY120" fmla="*/ 1263248 h 2421274"/>
              <a:gd name="csX121" fmla="*/ 10328115 w 10775448"/>
              <a:gd name="csY121" fmla="*/ 1302718 h 2421274"/>
              <a:gd name="csX122" fmla="*/ 10393900 w 10775448"/>
              <a:gd name="csY122" fmla="*/ 1276405 h 2421274"/>
              <a:gd name="csX123" fmla="*/ 10512311 w 10775448"/>
              <a:gd name="csY123" fmla="*/ 1302718 h 2421274"/>
              <a:gd name="csX124" fmla="*/ 10663615 w 10775448"/>
              <a:gd name="csY124" fmla="*/ 1276405 h 2421274"/>
              <a:gd name="csX125" fmla="*/ 10775448 w 10775448"/>
              <a:gd name="csY125" fmla="*/ 1302718 h 2421274"/>
              <a:gd name="csX0" fmla="*/ 0 w 10663614"/>
              <a:gd name="csY0" fmla="*/ 1138258 h 2421274"/>
              <a:gd name="csX1" fmla="*/ 1434095 w 10663614"/>
              <a:gd name="csY1" fmla="*/ 1144836 h 2421274"/>
              <a:gd name="csX2" fmla="*/ 2605053 w 10663614"/>
              <a:gd name="csY2" fmla="*/ 1125101 h 2421274"/>
              <a:gd name="csX3" fmla="*/ 3427356 w 10663614"/>
              <a:gd name="csY3" fmla="*/ 1131680 h 2421274"/>
              <a:gd name="csX4" fmla="*/ 3473405 w 10663614"/>
              <a:gd name="csY4" fmla="*/ 1125101 h 2421274"/>
              <a:gd name="csX5" fmla="*/ 3585238 w 10663614"/>
              <a:gd name="csY5" fmla="*/ 1256669 h 2421274"/>
              <a:gd name="csX6" fmla="*/ 3624708 w 10663614"/>
              <a:gd name="csY6" fmla="*/ 1197464 h 2421274"/>
              <a:gd name="csX7" fmla="*/ 3710228 w 10663614"/>
              <a:gd name="csY7" fmla="*/ 1282983 h 2421274"/>
              <a:gd name="csX8" fmla="*/ 3789169 w 10663614"/>
              <a:gd name="csY8" fmla="*/ 1039582 h 2421274"/>
              <a:gd name="csX9" fmla="*/ 3854953 w 10663614"/>
              <a:gd name="csY9" fmla="*/ 1282983 h 2421274"/>
              <a:gd name="csX10" fmla="*/ 3940472 w 10663614"/>
              <a:gd name="csY10" fmla="*/ 1026425 h 2421274"/>
              <a:gd name="csX11" fmla="*/ 4012835 w 10663614"/>
              <a:gd name="csY11" fmla="*/ 1250091 h 2421274"/>
              <a:gd name="csX12" fmla="*/ 4098354 w 10663614"/>
              <a:gd name="csY12" fmla="*/ 1039582 h 2421274"/>
              <a:gd name="csX13" fmla="*/ 4137825 w 10663614"/>
              <a:gd name="csY13" fmla="*/ 1263248 h 2421274"/>
              <a:gd name="csX14" fmla="*/ 4170717 w 10663614"/>
              <a:gd name="csY14" fmla="*/ 1039582 h 2421274"/>
              <a:gd name="csX15" fmla="*/ 4243079 w 10663614"/>
              <a:gd name="csY15" fmla="*/ 1250091 h 2421274"/>
              <a:gd name="csX16" fmla="*/ 4249658 w 10663614"/>
              <a:gd name="csY16" fmla="*/ 1026425 h 2421274"/>
              <a:gd name="csX17" fmla="*/ 4308864 w 10663614"/>
              <a:gd name="csY17" fmla="*/ 1256669 h 2421274"/>
              <a:gd name="csX18" fmla="*/ 4361491 w 10663614"/>
              <a:gd name="csY18" fmla="*/ 1046160 h 2421274"/>
              <a:gd name="csX19" fmla="*/ 4460167 w 10663614"/>
              <a:gd name="csY19" fmla="*/ 1276405 h 2421274"/>
              <a:gd name="csX20" fmla="*/ 4532530 w 10663614"/>
              <a:gd name="csY20" fmla="*/ 954062 h 2421274"/>
              <a:gd name="csX21" fmla="*/ 4598314 w 10663614"/>
              <a:gd name="csY21" fmla="*/ 1296140 h 2421274"/>
              <a:gd name="csX22" fmla="*/ 4657520 w 10663614"/>
              <a:gd name="csY22" fmla="*/ 1006690 h 2421274"/>
              <a:gd name="csX23" fmla="*/ 4703569 w 10663614"/>
              <a:gd name="csY23" fmla="*/ 1289562 h 2421274"/>
              <a:gd name="csX24" fmla="*/ 4723304 w 10663614"/>
              <a:gd name="csY24" fmla="*/ 1019846 h 2421274"/>
              <a:gd name="csX25" fmla="*/ 4802245 w 10663614"/>
              <a:gd name="csY25" fmla="*/ 1289562 h 2421274"/>
              <a:gd name="csX26" fmla="*/ 4854872 w 10663614"/>
              <a:gd name="csY26" fmla="*/ 1046160 h 2421274"/>
              <a:gd name="csX27" fmla="*/ 4940392 w 10663614"/>
              <a:gd name="csY27" fmla="*/ 1276405 h 2421274"/>
              <a:gd name="csX28" fmla="*/ 5006176 w 10663614"/>
              <a:gd name="csY28" fmla="*/ 1026425 h 2421274"/>
              <a:gd name="csX29" fmla="*/ 5098274 w 10663614"/>
              <a:gd name="csY29" fmla="*/ 1256669 h 2421274"/>
              <a:gd name="csX30" fmla="*/ 5144323 w 10663614"/>
              <a:gd name="csY30" fmla="*/ 1026425 h 2421274"/>
              <a:gd name="csX31" fmla="*/ 5223264 w 10663614"/>
              <a:gd name="csY31" fmla="*/ 1250091 h 2421274"/>
              <a:gd name="csX32" fmla="*/ 5249577 w 10663614"/>
              <a:gd name="csY32" fmla="*/ 960641 h 2421274"/>
              <a:gd name="csX33" fmla="*/ 5295626 w 10663614"/>
              <a:gd name="csY33" fmla="*/ 1269826 h 2421274"/>
              <a:gd name="csX34" fmla="*/ 5341675 w 10663614"/>
              <a:gd name="csY34" fmla="*/ 993533 h 2421274"/>
              <a:gd name="csX35" fmla="*/ 5407459 w 10663614"/>
              <a:gd name="csY35" fmla="*/ 1263248 h 2421274"/>
              <a:gd name="csX36" fmla="*/ 5440351 w 10663614"/>
              <a:gd name="csY36" fmla="*/ 875121 h 2421274"/>
              <a:gd name="csX37" fmla="*/ 5499557 w 10663614"/>
              <a:gd name="csY37" fmla="*/ 1243513 h 2421274"/>
              <a:gd name="csX38" fmla="*/ 5565341 w 10663614"/>
              <a:gd name="csY38" fmla="*/ 908013 h 2421274"/>
              <a:gd name="csX39" fmla="*/ 5664018 w 10663614"/>
              <a:gd name="csY39" fmla="*/ 1250091 h 2421274"/>
              <a:gd name="csX40" fmla="*/ 5710066 w 10663614"/>
              <a:gd name="csY40" fmla="*/ 1000111 h 2421274"/>
              <a:gd name="csX41" fmla="*/ 5828478 w 10663614"/>
              <a:gd name="csY41" fmla="*/ 2276324 h 2421274"/>
              <a:gd name="csX42" fmla="*/ 5854792 w 10663614"/>
              <a:gd name="csY42" fmla="*/ 177809 h 2421274"/>
              <a:gd name="csX43" fmla="*/ 5913997 w 10663614"/>
              <a:gd name="csY43" fmla="*/ 2315795 h 2421274"/>
              <a:gd name="csX44" fmla="*/ 5986360 w 10663614"/>
              <a:gd name="csY44" fmla="*/ 289642 h 2421274"/>
              <a:gd name="csX45" fmla="*/ 6025830 w 10663614"/>
              <a:gd name="csY45" fmla="*/ 2276324 h 2421274"/>
              <a:gd name="csX46" fmla="*/ 6091615 w 10663614"/>
              <a:gd name="csY46" fmla="*/ 192 h 2421274"/>
              <a:gd name="csX47" fmla="*/ 6144242 w 10663614"/>
              <a:gd name="csY47" fmla="*/ 2421049 h 2421274"/>
              <a:gd name="csX48" fmla="*/ 6170556 w 10663614"/>
              <a:gd name="csY48" fmla="*/ 158074 h 2421274"/>
              <a:gd name="csX49" fmla="*/ 6229761 w 10663614"/>
              <a:gd name="csY49" fmla="*/ 2394736 h 2421274"/>
              <a:gd name="csX50" fmla="*/ 6282389 w 10663614"/>
              <a:gd name="csY50" fmla="*/ 408054 h 2421274"/>
              <a:gd name="csX51" fmla="*/ 6341594 w 10663614"/>
              <a:gd name="csY51" fmla="*/ 2236854 h 2421274"/>
              <a:gd name="csX52" fmla="*/ 6407379 w 10663614"/>
              <a:gd name="csY52" fmla="*/ 934327 h 2421274"/>
              <a:gd name="csX53" fmla="*/ 6440271 w 10663614"/>
              <a:gd name="csY53" fmla="*/ 1894776 h 2421274"/>
              <a:gd name="csX54" fmla="*/ 6499477 w 10663614"/>
              <a:gd name="csY54" fmla="*/ 822494 h 2421274"/>
              <a:gd name="csX55" fmla="*/ 6532369 w 10663614"/>
              <a:gd name="csY55" fmla="*/ 1914511 h 2421274"/>
              <a:gd name="csX56" fmla="*/ 6578418 w 10663614"/>
              <a:gd name="csY56" fmla="*/ 408054 h 2421274"/>
              <a:gd name="csX57" fmla="*/ 6677094 w 10663614"/>
              <a:gd name="csY57" fmla="*/ 2164491 h 2421274"/>
              <a:gd name="csX58" fmla="*/ 6683672 w 10663614"/>
              <a:gd name="csY58" fmla="*/ 427789 h 2421274"/>
              <a:gd name="csX59" fmla="*/ 6749456 w 10663614"/>
              <a:gd name="csY59" fmla="*/ 1460600 h 2421274"/>
              <a:gd name="csX60" fmla="*/ 6762613 w 10663614"/>
              <a:gd name="csY60" fmla="*/ 269907 h 2421274"/>
              <a:gd name="csX61" fmla="*/ 6828397 w 10663614"/>
              <a:gd name="csY61" fmla="*/ 2388157 h 2421274"/>
              <a:gd name="csX62" fmla="*/ 6841554 w 10663614"/>
              <a:gd name="csY62" fmla="*/ 1348767 h 2421274"/>
              <a:gd name="csX63" fmla="*/ 6927074 w 10663614"/>
              <a:gd name="csY63" fmla="*/ 2111864 h 2421274"/>
              <a:gd name="csX64" fmla="*/ 6907338 w 10663614"/>
              <a:gd name="csY64" fmla="*/ 296221 h 2421274"/>
              <a:gd name="csX65" fmla="*/ 7012593 w 10663614"/>
              <a:gd name="csY65" fmla="*/ 2046080 h 2421274"/>
              <a:gd name="csX66" fmla="*/ 7045485 w 10663614"/>
              <a:gd name="csY66" fmla="*/ 309377 h 2421274"/>
              <a:gd name="csX67" fmla="*/ 7104691 w 10663614"/>
              <a:gd name="csY67" fmla="*/ 2026344 h 2421274"/>
              <a:gd name="csX68" fmla="*/ 7131005 w 10663614"/>
              <a:gd name="csY68" fmla="*/ 480416 h 2421274"/>
              <a:gd name="csX69" fmla="*/ 7203367 w 10663614"/>
              <a:gd name="csY69" fmla="*/ 1842149 h 2421274"/>
              <a:gd name="csX70" fmla="*/ 7216524 w 10663614"/>
              <a:gd name="csY70" fmla="*/ 677769 h 2421274"/>
              <a:gd name="csX71" fmla="*/ 7282308 w 10663614"/>
              <a:gd name="csY71" fmla="*/ 2013187 h 2421274"/>
              <a:gd name="csX72" fmla="*/ 7367828 w 10663614"/>
              <a:gd name="csY72" fmla="*/ 394897 h 2421274"/>
              <a:gd name="csX73" fmla="*/ 7400720 w 10663614"/>
              <a:gd name="csY73" fmla="*/ 1980295 h 2421274"/>
              <a:gd name="csX74" fmla="*/ 7512553 w 10663614"/>
              <a:gd name="csY74" fmla="*/ 519887 h 2421274"/>
              <a:gd name="csX75" fmla="*/ 7578337 w 10663614"/>
              <a:gd name="csY75" fmla="*/ 2000031 h 2421274"/>
              <a:gd name="csX76" fmla="*/ 7611229 w 10663614"/>
              <a:gd name="csY76" fmla="*/ 815916 h 2421274"/>
              <a:gd name="csX77" fmla="*/ 7696748 w 10663614"/>
              <a:gd name="csY77" fmla="*/ 1855305 h 2421274"/>
              <a:gd name="csX78" fmla="*/ 7723062 w 10663614"/>
              <a:gd name="csY78" fmla="*/ 697504 h 2421274"/>
              <a:gd name="csX79" fmla="*/ 7775689 w 10663614"/>
              <a:gd name="csY79" fmla="*/ 1822413 h 2421274"/>
              <a:gd name="csX80" fmla="*/ 7808582 w 10663614"/>
              <a:gd name="csY80" fmla="*/ 829072 h 2421274"/>
              <a:gd name="csX81" fmla="*/ 7880944 w 10663614"/>
              <a:gd name="csY81" fmla="*/ 1782943 h 2421274"/>
              <a:gd name="csX82" fmla="*/ 7933571 w 10663614"/>
              <a:gd name="csY82" fmla="*/ 940905 h 2421274"/>
              <a:gd name="csX83" fmla="*/ 7992777 w 10663614"/>
              <a:gd name="csY83" fmla="*/ 1697423 h 2421274"/>
              <a:gd name="csX84" fmla="*/ 8045405 w 10663614"/>
              <a:gd name="csY84" fmla="*/ 901435 h 2421274"/>
              <a:gd name="csX85" fmla="*/ 8124346 w 10663614"/>
              <a:gd name="csY85" fmla="*/ 1664531 h 2421274"/>
              <a:gd name="csX86" fmla="*/ 8190130 w 10663614"/>
              <a:gd name="csY86" fmla="*/ 1013268 h 2421274"/>
              <a:gd name="csX87" fmla="*/ 8216443 w 10663614"/>
              <a:gd name="csY87" fmla="*/ 1421130 h 2421274"/>
              <a:gd name="csX88" fmla="*/ 8242757 w 10663614"/>
              <a:gd name="csY88" fmla="*/ 1144836 h 2421274"/>
              <a:gd name="csX89" fmla="*/ 8328277 w 10663614"/>
              <a:gd name="csY89" fmla="*/ 1704002 h 2421274"/>
              <a:gd name="csX90" fmla="*/ 8354590 w 10663614"/>
              <a:gd name="csY90" fmla="*/ 1263248 h 2421274"/>
              <a:gd name="csX91" fmla="*/ 8453266 w 10663614"/>
              <a:gd name="csY91" fmla="*/ 1664531 h 2421274"/>
              <a:gd name="csX92" fmla="*/ 8486159 w 10663614"/>
              <a:gd name="csY92" fmla="*/ 1006690 h 2421274"/>
              <a:gd name="csX93" fmla="*/ 8565100 w 10663614"/>
              <a:gd name="csY93" fmla="*/ 1651375 h 2421274"/>
              <a:gd name="csX94" fmla="*/ 8591413 w 10663614"/>
              <a:gd name="csY94" fmla="*/ 1118523 h 2421274"/>
              <a:gd name="csX95" fmla="*/ 8663776 w 10663614"/>
              <a:gd name="csY95" fmla="*/ 1585590 h 2421274"/>
              <a:gd name="csX96" fmla="*/ 8722982 w 10663614"/>
              <a:gd name="csY96" fmla="*/ 1210621 h 2421274"/>
              <a:gd name="csX97" fmla="*/ 8782187 w 10663614"/>
              <a:gd name="csY97" fmla="*/ 1592169 h 2421274"/>
              <a:gd name="csX98" fmla="*/ 8841393 w 10663614"/>
              <a:gd name="csY98" fmla="*/ 1269826 h 2421274"/>
              <a:gd name="csX99" fmla="*/ 8894020 w 10663614"/>
              <a:gd name="csY99" fmla="*/ 1493493 h 2421274"/>
              <a:gd name="csX100" fmla="*/ 8926912 w 10663614"/>
              <a:gd name="csY100" fmla="*/ 1296140 h 2421274"/>
              <a:gd name="csX101" fmla="*/ 8979540 w 10663614"/>
              <a:gd name="csY101" fmla="*/ 1559277 h 2421274"/>
              <a:gd name="csX102" fmla="*/ 9051902 w 10663614"/>
              <a:gd name="csY102" fmla="*/ 1289562 h 2421274"/>
              <a:gd name="csX103" fmla="*/ 9117687 w 10663614"/>
              <a:gd name="csY103" fmla="*/ 1539541 h 2421274"/>
              <a:gd name="csX104" fmla="*/ 9130843 w 10663614"/>
              <a:gd name="csY104" fmla="*/ 1243513 h 2421274"/>
              <a:gd name="csX105" fmla="*/ 9183471 w 10663614"/>
              <a:gd name="csY105" fmla="*/ 1486914 h 2421274"/>
              <a:gd name="csX106" fmla="*/ 9222941 w 10663614"/>
              <a:gd name="csY106" fmla="*/ 1190885 h 2421274"/>
              <a:gd name="csX107" fmla="*/ 9268990 w 10663614"/>
              <a:gd name="csY107" fmla="*/ 1493493 h 2421274"/>
              <a:gd name="csX108" fmla="*/ 9380823 w 10663614"/>
              <a:gd name="csY108" fmla="*/ 1256669 h 2421274"/>
              <a:gd name="csX109" fmla="*/ 9466343 w 10663614"/>
              <a:gd name="csY109" fmla="*/ 1394816 h 2421274"/>
              <a:gd name="csX110" fmla="*/ 9551862 w 10663614"/>
              <a:gd name="csY110" fmla="*/ 1250091 h 2421274"/>
              <a:gd name="csX111" fmla="*/ 9611068 w 10663614"/>
              <a:gd name="csY111" fmla="*/ 1335610 h 2421274"/>
              <a:gd name="csX112" fmla="*/ 9709744 w 10663614"/>
              <a:gd name="csY112" fmla="*/ 1269826 h 2421274"/>
              <a:gd name="csX113" fmla="*/ 9768950 w 10663614"/>
              <a:gd name="csY113" fmla="*/ 1335610 h 2421274"/>
              <a:gd name="csX114" fmla="*/ 9834734 w 10663614"/>
              <a:gd name="csY114" fmla="*/ 1269826 h 2421274"/>
              <a:gd name="csX115" fmla="*/ 9887361 w 10663614"/>
              <a:gd name="csY115" fmla="*/ 1322454 h 2421274"/>
              <a:gd name="csX116" fmla="*/ 9939989 w 10663614"/>
              <a:gd name="csY116" fmla="*/ 1256669 h 2421274"/>
              <a:gd name="csX117" fmla="*/ 9999194 w 10663614"/>
              <a:gd name="csY117" fmla="*/ 1315875 h 2421274"/>
              <a:gd name="csX118" fmla="*/ 10045243 w 10663614"/>
              <a:gd name="csY118" fmla="*/ 1263248 h 2421274"/>
              <a:gd name="csX119" fmla="*/ 10130763 w 10663614"/>
              <a:gd name="csY119" fmla="*/ 1315875 h 2421274"/>
              <a:gd name="csX120" fmla="*/ 10236018 w 10663614"/>
              <a:gd name="csY120" fmla="*/ 1263248 h 2421274"/>
              <a:gd name="csX121" fmla="*/ 10328115 w 10663614"/>
              <a:gd name="csY121" fmla="*/ 1302718 h 2421274"/>
              <a:gd name="csX122" fmla="*/ 10393900 w 10663614"/>
              <a:gd name="csY122" fmla="*/ 1276405 h 2421274"/>
              <a:gd name="csX123" fmla="*/ 10512311 w 10663614"/>
              <a:gd name="csY123" fmla="*/ 1302718 h 2421274"/>
              <a:gd name="csX124" fmla="*/ 10663615 w 10663614"/>
              <a:gd name="csY124" fmla="*/ 1276405 h 2421274"/>
              <a:gd name="csX0" fmla="*/ 0 w 10512312"/>
              <a:gd name="csY0" fmla="*/ 1138258 h 2421274"/>
              <a:gd name="csX1" fmla="*/ 1434095 w 10512312"/>
              <a:gd name="csY1" fmla="*/ 1144836 h 2421274"/>
              <a:gd name="csX2" fmla="*/ 2605053 w 10512312"/>
              <a:gd name="csY2" fmla="*/ 1125101 h 2421274"/>
              <a:gd name="csX3" fmla="*/ 3427356 w 10512312"/>
              <a:gd name="csY3" fmla="*/ 1131680 h 2421274"/>
              <a:gd name="csX4" fmla="*/ 3473405 w 10512312"/>
              <a:gd name="csY4" fmla="*/ 1125101 h 2421274"/>
              <a:gd name="csX5" fmla="*/ 3585238 w 10512312"/>
              <a:gd name="csY5" fmla="*/ 1256669 h 2421274"/>
              <a:gd name="csX6" fmla="*/ 3624708 w 10512312"/>
              <a:gd name="csY6" fmla="*/ 1197464 h 2421274"/>
              <a:gd name="csX7" fmla="*/ 3710228 w 10512312"/>
              <a:gd name="csY7" fmla="*/ 1282983 h 2421274"/>
              <a:gd name="csX8" fmla="*/ 3789169 w 10512312"/>
              <a:gd name="csY8" fmla="*/ 1039582 h 2421274"/>
              <a:gd name="csX9" fmla="*/ 3854953 w 10512312"/>
              <a:gd name="csY9" fmla="*/ 1282983 h 2421274"/>
              <a:gd name="csX10" fmla="*/ 3940472 w 10512312"/>
              <a:gd name="csY10" fmla="*/ 1026425 h 2421274"/>
              <a:gd name="csX11" fmla="*/ 4012835 w 10512312"/>
              <a:gd name="csY11" fmla="*/ 1250091 h 2421274"/>
              <a:gd name="csX12" fmla="*/ 4098354 w 10512312"/>
              <a:gd name="csY12" fmla="*/ 1039582 h 2421274"/>
              <a:gd name="csX13" fmla="*/ 4137825 w 10512312"/>
              <a:gd name="csY13" fmla="*/ 1263248 h 2421274"/>
              <a:gd name="csX14" fmla="*/ 4170717 w 10512312"/>
              <a:gd name="csY14" fmla="*/ 1039582 h 2421274"/>
              <a:gd name="csX15" fmla="*/ 4243079 w 10512312"/>
              <a:gd name="csY15" fmla="*/ 1250091 h 2421274"/>
              <a:gd name="csX16" fmla="*/ 4249658 w 10512312"/>
              <a:gd name="csY16" fmla="*/ 1026425 h 2421274"/>
              <a:gd name="csX17" fmla="*/ 4308864 w 10512312"/>
              <a:gd name="csY17" fmla="*/ 1256669 h 2421274"/>
              <a:gd name="csX18" fmla="*/ 4361491 w 10512312"/>
              <a:gd name="csY18" fmla="*/ 1046160 h 2421274"/>
              <a:gd name="csX19" fmla="*/ 4460167 w 10512312"/>
              <a:gd name="csY19" fmla="*/ 1276405 h 2421274"/>
              <a:gd name="csX20" fmla="*/ 4532530 w 10512312"/>
              <a:gd name="csY20" fmla="*/ 954062 h 2421274"/>
              <a:gd name="csX21" fmla="*/ 4598314 w 10512312"/>
              <a:gd name="csY21" fmla="*/ 1296140 h 2421274"/>
              <a:gd name="csX22" fmla="*/ 4657520 w 10512312"/>
              <a:gd name="csY22" fmla="*/ 1006690 h 2421274"/>
              <a:gd name="csX23" fmla="*/ 4703569 w 10512312"/>
              <a:gd name="csY23" fmla="*/ 1289562 h 2421274"/>
              <a:gd name="csX24" fmla="*/ 4723304 w 10512312"/>
              <a:gd name="csY24" fmla="*/ 1019846 h 2421274"/>
              <a:gd name="csX25" fmla="*/ 4802245 w 10512312"/>
              <a:gd name="csY25" fmla="*/ 1289562 h 2421274"/>
              <a:gd name="csX26" fmla="*/ 4854872 w 10512312"/>
              <a:gd name="csY26" fmla="*/ 1046160 h 2421274"/>
              <a:gd name="csX27" fmla="*/ 4940392 w 10512312"/>
              <a:gd name="csY27" fmla="*/ 1276405 h 2421274"/>
              <a:gd name="csX28" fmla="*/ 5006176 w 10512312"/>
              <a:gd name="csY28" fmla="*/ 1026425 h 2421274"/>
              <a:gd name="csX29" fmla="*/ 5098274 w 10512312"/>
              <a:gd name="csY29" fmla="*/ 1256669 h 2421274"/>
              <a:gd name="csX30" fmla="*/ 5144323 w 10512312"/>
              <a:gd name="csY30" fmla="*/ 1026425 h 2421274"/>
              <a:gd name="csX31" fmla="*/ 5223264 w 10512312"/>
              <a:gd name="csY31" fmla="*/ 1250091 h 2421274"/>
              <a:gd name="csX32" fmla="*/ 5249577 w 10512312"/>
              <a:gd name="csY32" fmla="*/ 960641 h 2421274"/>
              <a:gd name="csX33" fmla="*/ 5295626 w 10512312"/>
              <a:gd name="csY33" fmla="*/ 1269826 h 2421274"/>
              <a:gd name="csX34" fmla="*/ 5341675 w 10512312"/>
              <a:gd name="csY34" fmla="*/ 993533 h 2421274"/>
              <a:gd name="csX35" fmla="*/ 5407459 w 10512312"/>
              <a:gd name="csY35" fmla="*/ 1263248 h 2421274"/>
              <a:gd name="csX36" fmla="*/ 5440351 w 10512312"/>
              <a:gd name="csY36" fmla="*/ 875121 h 2421274"/>
              <a:gd name="csX37" fmla="*/ 5499557 w 10512312"/>
              <a:gd name="csY37" fmla="*/ 1243513 h 2421274"/>
              <a:gd name="csX38" fmla="*/ 5565341 w 10512312"/>
              <a:gd name="csY38" fmla="*/ 908013 h 2421274"/>
              <a:gd name="csX39" fmla="*/ 5664018 w 10512312"/>
              <a:gd name="csY39" fmla="*/ 1250091 h 2421274"/>
              <a:gd name="csX40" fmla="*/ 5710066 w 10512312"/>
              <a:gd name="csY40" fmla="*/ 1000111 h 2421274"/>
              <a:gd name="csX41" fmla="*/ 5828478 w 10512312"/>
              <a:gd name="csY41" fmla="*/ 2276324 h 2421274"/>
              <a:gd name="csX42" fmla="*/ 5854792 w 10512312"/>
              <a:gd name="csY42" fmla="*/ 177809 h 2421274"/>
              <a:gd name="csX43" fmla="*/ 5913997 w 10512312"/>
              <a:gd name="csY43" fmla="*/ 2315795 h 2421274"/>
              <a:gd name="csX44" fmla="*/ 5986360 w 10512312"/>
              <a:gd name="csY44" fmla="*/ 289642 h 2421274"/>
              <a:gd name="csX45" fmla="*/ 6025830 w 10512312"/>
              <a:gd name="csY45" fmla="*/ 2276324 h 2421274"/>
              <a:gd name="csX46" fmla="*/ 6091615 w 10512312"/>
              <a:gd name="csY46" fmla="*/ 192 h 2421274"/>
              <a:gd name="csX47" fmla="*/ 6144242 w 10512312"/>
              <a:gd name="csY47" fmla="*/ 2421049 h 2421274"/>
              <a:gd name="csX48" fmla="*/ 6170556 w 10512312"/>
              <a:gd name="csY48" fmla="*/ 158074 h 2421274"/>
              <a:gd name="csX49" fmla="*/ 6229761 w 10512312"/>
              <a:gd name="csY49" fmla="*/ 2394736 h 2421274"/>
              <a:gd name="csX50" fmla="*/ 6282389 w 10512312"/>
              <a:gd name="csY50" fmla="*/ 408054 h 2421274"/>
              <a:gd name="csX51" fmla="*/ 6341594 w 10512312"/>
              <a:gd name="csY51" fmla="*/ 2236854 h 2421274"/>
              <a:gd name="csX52" fmla="*/ 6407379 w 10512312"/>
              <a:gd name="csY52" fmla="*/ 934327 h 2421274"/>
              <a:gd name="csX53" fmla="*/ 6440271 w 10512312"/>
              <a:gd name="csY53" fmla="*/ 1894776 h 2421274"/>
              <a:gd name="csX54" fmla="*/ 6499477 w 10512312"/>
              <a:gd name="csY54" fmla="*/ 822494 h 2421274"/>
              <a:gd name="csX55" fmla="*/ 6532369 w 10512312"/>
              <a:gd name="csY55" fmla="*/ 1914511 h 2421274"/>
              <a:gd name="csX56" fmla="*/ 6578418 w 10512312"/>
              <a:gd name="csY56" fmla="*/ 408054 h 2421274"/>
              <a:gd name="csX57" fmla="*/ 6677094 w 10512312"/>
              <a:gd name="csY57" fmla="*/ 2164491 h 2421274"/>
              <a:gd name="csX58" fmla="*/ 6683672 w 10512312"/>
              <a:gd name="csY58" fmla="*/ 427789 h 2421274"/>
              <a:gd name="csX59" fmla="*/ 6749456 w 10512312"/>
              <a:gd name="csY59" fmla="*/ 1460600 h 2421274"/>
              <a:gd name="csX60" fmla="*/ 6762613 w 10512312"/>
              <a:gd name="csY60" fmla="*/ 269907 h 2421274"/>
              <a:gd name="csX61" fmla="*/ 6828397 w 10512312"/>
              <a:gd name="csY61" fmla="*/ 2388157 h 2421274"/>
              <a:gd name="csX62" fmla="*/ 6841554 w 10512312"/>
              <a:gd name="csY62" fmla="*/ 1348767 h 2421274"/>
              <a:gd name="csX63" fmla="*/ 6927074 w 10512312"/>
              <a:gd name="csY63" fmla="*/ 2111864 h 2421274"/>
              <a:gd name="csX64" fmla="*/ 6907338 w 10512312"/>
              <a:gd name="csY64" fmla="*/ 296221 h 2421274"/>
              <a:gd name="csX65" fmla="*/ 7012593 w 10512312"/>
              <a:gd name="csY65" fmla="*/ 2046080 h 2421274"/>
              <a:gd name="csX66" fmla="*/ 7045485 w 10512312"/>
              <a:gd name="csY66" fmla="*/ 309377 h 2421274"/>
              <a:gd name="csX67" fmla="*/ 7104691 w 10512312"/>
              <a:gd name="csY67" fmla="*/ 2026344 h 2421274"/>
              <a:gd name="csX68" fmla="*/ 7131005 w 10512312"/>
              <a:gd name="csY68" fmla="*/ 480416 h 2421274"/>
              <a:gd name="csX69" fmla="*/ 7203367 w 10512312"/>
              <a:gd name="csY69" fmla="*/ 1842149 h 2421274"/>
              <a:gd name="csX70" fmla="*/ 7216524 w 10512312"/>
              <a:gd name="csY70" fmla="*/ 677769 h 2421274"/>
              <a:gd name="csX71" fmla="*/ 7282308 w 10512312"/>
              <a:gd name="csY71" fmla="*/ 2013187 h 2421274"/>
              <a:gd name="csX72" fmla="*/ 7367828 w 10512312"/>
              <a:gd name="csY72" fmla="*/ 394897 h 2421274"/>
              <a:gd name="csX73" fmla="*/ 7400720 w 10512312"/>
              <a:gd name="csY73" fmla="*/ 1980295 h 2421274"/>
              <a:gd name="csX74" fmla="*/ 7512553 w 10512312"/>
              <a:gd name="csY74" fmla="*/ 519887 h 2421274"/>
              <a:gd name="csX75" fmla="*/ 7578337 w 10512312"/>
              <a:gd name="csY75" fmla="*/ 2000031 h 2421274"/>
              <a:gd name="csX76" fmla="*/ 7611229 w 10512312"/>
              <a:gd name="csY76" fmla="*/ 815916 h 2421274"/>
              <a:gd name="csX77" fmla="*/ 7696748 w 10512312"/>
              <a:gd name="csY77" fmla="*/ 1855305 h 2421274"/>
              <a:gd name="csX78" fmla="*/ 7723062 w 10512312"/>
              <a:gd name="csY78" fmla="*/ 697504 h 2421274"/>
              <a:gd name="csX79" fmla="*/ 7775689 w 10512312"/>
              <a:gd name="csY79" fmla="*/ 1822413 h 2421274"/>
              <a:gd name="csX80" fmla="*/ 7808582 w 10512312"/>
              <a:gd name="csY80" fmla="*/ 829072 h 2421274"/>
              <a:gd name="csX81" fmla="*/ 7880944 w 10512312"/>
              <a:gd name="csY81" fmla="*/ 1782943 h 2421274"/>
              <a:gd name="csX82" fmla="*/ 7933571 w 10512312"/>
              <a:gd name="csY82" fmla="*/ 940905 h 2421274"/>
              <a:gd name="csX83" fmla="*/ 7992777 w 10512312"/>
              <a:gd name="csY83" fmla="*/ 1697423 h 2421274"/>
              <a:gd name="csX84" fmla="*/ 8045405 w 10512312"/>
              <a:gd name="csY84" fmla="*/ 901435 h 2421274"/>
              <a:gd name="csX85" fmla="*/ 8124346 w 10512312"/>
              <a:gd name="csY85" fmla="*/ 1664531 h 2421274"/>
              <a:gd name="csX86" fmla="*/ 8190130 w 10512312"/>
              <a:gd name="csY86" fmla="*/ 1013268 h 2421274"/>
              <a:gd name="csX87" fmla="*/ 8216443 w 10512312"/>
              <a:gd name="csY87" fmla="*/ 1421130 h 2421274"/>
              <a:gd name="csX88" fmla="*/ 8242757 w 10512312"/>
              <a:gd name="csY88" fmla="*/ 1144836 h 2421274"/>
              <a:gd name="csX89" fmla="*/ 8328277 w 10512312"/>
              <a:gd name="csY89" fmla="*/ 1704002 h 2421274"/>
              <a:gd name="csX90" fmla="*/ 8354590 w 10512312"/>
              <a:gd name="csY90" fmla="*/ 1263248 h 2421274"/>
              <a:gd name="csX91" fmla="*/ 8453266 w 10512312"/>
              <a:gd name="csY91" fmla="*/ 1664531 h 2421274"/>
              <a:gd name="csX92" fmla="*/ 8486159 w 10512312"/>
              <a:gd name="csY92" fmla="*/ 1006690 h 2421274"/>
              <a:gd name="csX93" fmla="*/ 8565100 w 10512312"/>
              <a:gd name="csY93" fmla="*/ 1651375 h 2421274"/>
              <a:gd name="csX94" fmla="*/ 8591413 w 10512312"/>
              <a:gd name="csY94" fmla="*/ 1118523 h 2421274"/>
              <a:gd name="csX95" fmla="*/ 8663776 w 10512312"/>
              <a:gd name="csY95" fmla="*/ 1585590 h 2421274"/>
              <a:gd name="csX96" fmla="*/ 8722982 w 10512312"/>
              <a:gd name="csY96" fmla="*/ 1210621 h 2421274"/>
              <a:gd name="csX97" fmla="*/ 8782187 w 10512312"/>
              <a:gd name="csY97" fmla="*/ 1592169 h 2421274"/>
              <a:gd name="csX98" fmla="*/ 8841393 w 10512312"/>
              <a:gd name="csY98" fmla="*/ 1269826 h 2421274"/>
              <a:gd name="csX99" fmla="*/ 8894020 w 10512312"/>
              <a:gd name="csY99" fmla="*/ 1493493 h 2421274"/>
              <a:gd name="csX100" fmla="*/ 8926912 w 10512312"/>
              <a:gd name="csY100" fmla="*/ 1296140 h 2421274"/>
              <a:gd name="csX101" fmla="*/ 8979540 w 10512312"/>
              <a:gd name="csY101" fmla="*/ 1559277 h 2421274"/>
              <a:gd name="csX102" fmla="*/ 9051902 w 10512312"/>
              <a:gd name="csY102" fmla="*/ 1289562 h 2421274"/>
              <a:gd name="csX103" fmla="*/ 9117687 w 10512312"/>
              <a:gd name="csY103" fmla="*/ 1539541 h 2421274"/>
              <a:gd name="csX104" fmla="*/ 9130843 w 10512312"/>
              <a:gd name="csY104" fmla="*/ 1243513 h 2421274"/>
              <a:gd name="csX105" fmla="*/ 9183471 w 10512312"/>
              <a:gd name="csY105" fmla="*/ 1486914 h 2421274"/>
              <a:gd name="csX106" fmla="*/ 9222941 w 10512312"/>
              <a:gd name="csY106" fmla="*/ 1190885 h 2421274"/>
              <a:gd name="csX107" fmla="*/ 9268990 w 10512312"/>
              <a:gd name="csY107" fmla="*/ 1493493 h 2421274"/>
              <a:gd name="csX108" fmla="*/ 9380823 w 10512312"/>
              <a:gd name="csY108" fmla="*/ 1256669 h 2421274"/>
              <a:gd name="csX109" fmla="*/ 9466343 w 10512312"/>
              <a:gd name="csY109" fmla="*/ 1394816 h 2421274"/>
              <a:gd name="csX110" fmla="*/ 9551862 w 10512312"/>
              <a:gd name="csY110" fmla="*/ 1250091 h 2421274"/>
              <a:gd name="csX111" fmla="*/ 9611068 w 10512312"/>
              <a:gd name="csY111" fmla="*/ 1335610 h 2421274"/>
              <a:gd name="csX112" fmla="*/ 9709744 w 10512312"/>
              <a:gd name="csY112" fmla="*/ 1269826 h 2421274"/>
              <a:gd name="csX113" fmla="*/ 9768950 w 10512312"/>
              <a:gd name="csY113" fmla="*/ 1335610 h 2421274"/>
              <a:gd name="csX114" fmla="*/ 9834734 w 10512312"/>
              <a:gd name="csY114" fmla="*/ 1269826 h 2421274"/>
              <a:gd name="csX115" fmla="*/ 9887361 w 10512312"/>
              <a:gd name="csY115" fmla="*/ 1322454 h 2421274"/>
              <a:gd name="csX116" fmla="*/ 9939989 w 10512312"/>
              <a:gd name="csY116" fmla="*/ 1256669 h 2421274"/>
              <a:gd name="csX117" fmla="*/ 9999194 w 10512312"/>
              <a:gd name="csY117" fmla="*/ 1315875 h 2421274"/>
              <a:gd name="csX118" fmla="*/ 10045243 w 10512312"/>
              <a:gd name="csY118" fmla="*/ 1263248 h 2421274"/>
              <a:gd name="csX119" fmla="*/ 10130763 w 10512312"/>
              <a:gd name="csY119" fmla="*/ 1315875 h 2421274"/>
              <a:gd name="csX120" fmla="*/ 10236018 w 10512312"/>
              <a:gd name="csY120" fmla="*/ 1263248 h 2421274"/>
              <a:gd name="csX121" fmla="*/ 10328115 w 10512312"/>
              <a:gd name="csY121" fmla="*/ 1302718 h 2421274"/>
              <a:gd name="csX122" fmla="*/ 10393900 w 10512312"/>
              <a:gd name="csY122" fmla="*/ 1276405 h 2421274"/>
              <a:gd name="csX123" fmla="*/ 10512311 w 10512312"/>
              <a:gd name="csY123" fmla="*/ 1302718 h 2421274"/>
              <a:gd name="csX0" fmla="*/ 0 w 10393900"/>
              <a:gd name="csY0" fmla="*/ 1138258 h 2421274"/>
              <a:gd name="csX1" fmla="*/ 1434095 w 10393900"/>
              <a:gd name="csY1" fmla="*/ 1144836 h 2421274"/>
              <a:gd name="csX2" fmla="*/ 2605053 w 10393900"/>
              <a:gd name="csY2" fmla="*/ 1125101 h 2421274"/>
              <a:gd name="csX3" fmla="*/ 3427356 w 10393900"/>
              <a:gd name="csY3" fmla="*/ 1131680 h 2421274"/>
              <a:gd name="csX4" fmla="*/ 3473405 w 10393900"/>
              <a:gd name="csY4" fmla="*/ 1125101 h 2421274"/>
              <a:gd name="csX5" fmla="*/ 3585238 w 10393900"/>
              <a:gd name="csY5" fmla="*/ 1256669 h 2421274"/>
              <a:gd name="csX6" fmla="*/ 3624708 w 10393900"/>
              <a:gd name="csY6" fmla="*/ 1197464 h 2421274"/>
              <a:gd name="csX7" fmla="*/ 3710228 w 10393900"/>
              <a:gd name="csY7" fmla="*/ 1282983 h 2421274"/>
              <a:gd name="csX8" fmla="*/ 3789169 w 10393900"/>
              <a:gd name="csY8" fmla="*/ 1039582 h 2421274"/>
              <a:gd name="csX9" fmla="*/ 3854953 w 10393900"/>
              <a:gd name="csY9" fmla="*/ 1282983 h 2421274"/>
              <a:gd name="csX10" fmla="*/ 3940472 w 10393900"/>
              <a:gd name="csY10" fmla="*/ 1026425 h 2421274"/>
              <a:gd name="csX11" fmla="*/ 4012835 w 10393900"/>
              <a:gd name="csY11" fmla="*/ 1250091 h 2421274"/>
              <a:gd name="csX12" fmla="*/ 4098354 w 10393900"/>
              <a:gd name="csY12" fmla="*/ 1039582 h 2421274"/>
              <a:gd name="csX13" fmla="*/ 4137825 w 10393900"/>
              <a:gd name="csY13" fmla="*/ 1263248 h 2421274"/>
              <a:gd name="csX14" fmla="*/ 4170717 w 10393900"/>
              <a:gd name="csY14" fmla="*/ 1039582 h 2421274"/>
              <a:gd name="csX15" fmla="*/ 4243079 w 10393900"/>
              <a:gd name="csY15" fmla="*/ 1250091 h 2421274"/>
              <a:gd name="csX16" fmla="*/ 4249658 w 10393900"/>
              <a:gd name="csY16" fmla="*/ 1026425 h 2421274"/>
              <a:gd name="csX17" fmla="*/ 4308864 w 10393900"/>
              <a:gd name="csY17" fmla="*/ 1256669 h 2421274"/>
              <a:gd name="csX18" fmla="*/ 4361491 w 10393900"/>
              <a:gd name="csY18" fmla="*/ 1046160 h 2421274"/>
              <a:gd name="csX19" fmla="*/ 4460167 w 10393900"/>
              <a:gd name="csY19" fmla="*/ 1276405 h 2421274"/>
              <a:gd name="csX20" fmla="*/ 4532530 w 10393900"/>
              <a:gd name="csY20" fmla="*/ 954062 h 2421274"/>
              <a:gd name="csX21" fmla="*/ 4598314 w 10393900"/>
              <a:gd name="csY21" fmla="*/ 1296140 h 2421274"/>
              <a:gd name="csX22" fmla="*/ 4657520 w 10393900"/>
              <a:gd name="csY22" fmla="*/ 1006690 h 2421274"/>
              <a:gd name="csX23" fmla="*/ 4703569 w 10393900"/>
              <a:gd name="csY23" fmla="*/ 1289562 h 2421274"/>
              <a:gd name="csX24" fmla="*/ 4723304 w 10393900"/>
              <a:gd name="csY24" fmla="*/ 1019846 h 2421274"/>
              <a:gd name="csX25" fmla="*/ 4802245 w 10393900"/>
              <a:gd name="csY25" fmla="*/ 1289562 h 2421274"/>
              <a:gd name="csX26" fmla="*/ 4854872 w 10393900"/>
              <a:gd name="csY26" fmla="*/ 1046160 h 2421274"/>
              <a:gd name="csX27" fmla="*/ 4940392 w 10393900"/>
              <a:gd name="csY27" fmla="*/ 1276405 h 2421274"/>
              <a:gd name="csX28" fmla="*/ 5006176 w 10393900"/>
              <a:gd name="csY28" fmla="*/ 1026425 h 2421274"/>
              <a:gd name="csX29" fmla="*/ 5098274 w 10393900"/>
              <a:gd name="csY29" fmla="*/ 1256669 h 2421274"/>
              <a:gd name="csX30" fmla="*/ 5144323 w 10393900"/>
              <a:gd name="csY30" fmla="*/ 1026425 h 2421274"/>
              <a:gd name="csX31" fmla="*/ 5223264 w 10393900"/>
              <a:gd name="csY31" fmla="*/ 1250091 h 2421274"/>
              <a:gd name="csX32" fmla="*/ 5249577 w 10393900"/>
              <a:gd name="csY32" fmla="*/ 960641 h 2421274"/>
              <a:gd name="csX33" fmla="*/ 5295626 w 10393900"/>
              <a:gd name="csY33" fmla="*/ 1269826 h 2421274"/>
              <a:gd name="csX34" fmla="*/ 5341675 w 10393900"/>
              <a:gd name="csY34" fmla="*/ 993533 h 2421274"/>
              <a:gd name="csX35" fmla="*/ 5407459 w 10393900"/>
              <a:gd name="csY35" fmla="*/ 1263248 h 2421274"/>
              <a:gd name="csX36" fmla="*/ 5440351 w 10393900"/>
              <a:gd name="csY36" fmla="*/ 875121 h 2421274"/>
              <a:gd name="csX37" fmla="*/ 5499557 w 10393900"/>
              <a:gd name="csY37" fmla="*/ 1243513 h 2421274"/>
              <a:gd name="csX38" fmla="*/ 5565341 w 10393900"/>
              <a:gd name="csY38" fmla="*/ 908013 h 2421274"/>
              <a:gd name="csX39" fmla="*/ 5664018 w 10393900"/>
              <a:gd name="csY39" fmla="*/ 1250091 h 2421274"/>
              <a:gd name="csX40" fmla="*/ 5710066 w 10393900"/>
              <a:gd name="csY40" fmla="*/ 1000111 h 2421274"/>
              <a:gd name="csX41" fmla="*/ 5828478 w 10393900"/>
              <a:gd name="csY41" fmla="*/ 2276324 h 2421274"/>
              <a:gd name="csX42" fmla="*/ 5854792 w 10393900"/>
              <a:gd name="csY42" fmla="*/ 177809 h 2421274"/>
              <a:gd name="csX43" fmla="*/ 5913997 w 10393900"/>
              <a:gd name="csY43" fmla="*/ 2315795 h 2421274"/>
              <a:gd name="csX44" fmla="*/ 5986360 w 10393900"/>
              <a:gd name="csY44" fmla="*/ 289642 h 2421274"/>
              <a:gd name="csX45" fmla="*/ 6025830 w 10393900"/>
              <a:gd name="csY45" fmla="*/ 2276324 h 2421274"/>
              <a:gd name="csX46" fmla="*/ 6091615 w 10393900"/>
              <a:gd name="csY46" fmla="*/ 192 h 2421274"/>
              <a:gd name="csX47" fmla="*/ 6144242 w 10393900"/>
              <a:gd name="csY47" fmla="*/ 2421049 h 2421274"/>
              <a:gd name="csX48" fmla="*/ 6170556 w 10393900"/>
              <a:gd name="csY48" fmla="*/ 158074 h 2421274"/>
              <a:gd name="csX49" fmla="*/ 6229761 w 10393900"/>
              <a:gd name="csY49" fmla="*/ 2394736 h 2421274"/>
              <a:gd name="csX50" fmla="*/ 6282389 w 10393900"/>
              <a:gd name="csY50" fmla="*/ 408054 h 2421274"/>
              <a:gd name="csX51" fmla="*/ 6341594 w 10393900"/>
              <a:gd name="csY51" fmla="*/ 2236854 h 2421274"/>
              <a:gd name="csX52" fmla="*/ 6407379 w 10393900"/>
              <a:gd name="csY52" fmla="*/ 934327 h 2421274"/>
              <a:gd name="csX53" fmla="*/ 6440271 w 10393900"/>
              <a:gd name="csY53" fmla="*/ 1894776 h 2421274"/>
              <a:gd name="csX54" fmla="*/ 6499477 w 10393900"/>
              <a:gd name="csY54" fmla="*/ 822494 h 2421274"/>
              <a:gd name="csX55" fmla="*/ 6532369 w 10393900"/>
              <a:gd name="csY55" fmla="*/ 1914511 h 2421274"/>
              <a:gd name="csX56" fmla="*/ 6578418 w 10393900"/>
              <a:gd name="csY56" fmla="*/ 408054 h 2421274"/>
              <a:gd name="csX57" fmla="*/ 6677094 w 10393900"/>
              <a:gd name="csY57" fmla="*/ 2164491 h 2421274"/>
              <a:gd name="csX58" fmla="*/ 6683672 w 10393900"/>
              <a:gd name="csY58" fmla="*/ 427789 h 2421274"/>
              <a:gd name="csX59" fmla="*/ 6749456 w 10393900"/>
              <a:gd name="csY59" fmla="*/ 1460600 h 2421274"/>
              <a:gd name="csX60" fmla="*/ 6762613 w 10393900"/>
              <a:gd name="csY60" fmla="*/ 269907 h 2421274"/>
              <a:gd name="csX61" fmla="*/ 6828397 w 10393900"/>
              <a:gd name="csY61" fmla="*/ 2388157 h 2421274"/>
              <a:gd name="csX62" fmla="*/ 6841554 w 10393900"/>
              <a:gd name="csY62" fmla="*/ 1348767 h 2421274"/>
              <a:gd name="csX63" fmla="*/ 6927074 w 10393900"/>
              <a:gd name="csY63" fmla="*/ 2111864 h 2421274"/>
              <a:gd name="csX64" fmla="*/ 6907338 w 10393900"/>
              <a:gd name="csY64" fmla="*/ 296221 h 2421274"/>
              <a:gd name="csX65" fmla="*/ 7012593 w 10393900"/>
              <a:gd name="csY65" fmla="*/ 2046080 h 2421274"/>
              <a:gd name="csX66" fmla="*/ 7045485 w 10393900"/>
              <a:gd name="csY66" fmla="*/ 309377 h 2421274"/>
              <a:gd name="csX67" fmla="*/ 7104691 w 10393900"/>
              <a:gd name="csY67" fmla="*/ 2026344 h 2421274"/>
              <a:gd name="csX68" fmla="*/ 7131005 w 10393900"/>
              <a:gd name="csY68" fmla="*/ 480416 h 2421274"/>
              <a:gd name="csX69" fmla="*/ 7203367 w 10393900"/>
              <a:gd name="csY69" fmla="*/ 1842149 h 2421274"/>
              <a:gd name="csX70" fmla="*/ 7216524 w 10393900"/>
              <a:gd name="csY70" fmla="*/ 677769 h 2421274"/>
              <a:gd name="csX71" fmla="*/ 7282308 w 10393900"/>
              <a:gd name="csY71" fmla="*/ 2013187 h 2421274"/>
              <a:gd name="csX72" fmla="*/ 7367828 w 10393900"/>
              <a:gd name="csY72" fmla="*/ 394897 h 2421274"/>
              <a:gd name="csX73" fmla="*/ 7400720 w 10393900"/>
              <a:gd name="csY73" fmla="*/ 1980295 h 2421274"/>
              <a:gd name="csX74" fmla="*/ 7512553 w 10393900"/>
              <a:gd name="csY74" fmla="*/ 519887 h 2421274"/>
              <a:gd name="csX75" fmla="*/ 7578337 w 10393900"/>
              <a:gd name="csY75" fmla="*/ 2000031 h 2421274"/>
              <a:gd name="csX76" fmla="*/ 7611229 w 10393900"/>
              <a:gd name="csY76" fmla="*/ 815916 h 2421274"/>
              <a:gd name="csX77" fmla="*/ 7696748 w 10393900"/>
              <a:gd name="csY77" fmla="*/ 1855305 h 2421274"/>
              <a:gd name="csX78" fmla="*/ 7723062 w 10393900"/>
              <a:gd name="csY78" fmla="*/ 697504 h 2421274"/>
              <a:gd name="csX79" fmla="*/ 7775689 w 10393900"/>
              <a:gd name="csY79" fmla="*/ 1822413 h 2421274"/>
              <a:gd name="csX80" fmla="*/ 7808582 w 10393900"/>
              <a:gd name="csY80" fmla="*/ 829072 h 2421274"/>
              <a:gd name="csX81" fmla="*/ 7880944 w 10393900"/>
              <a:gd name="csY81" fmla="*/ 1782943 h 2421274"/>
              <a:gd name="csX82" fmla="*/ 7933571 w 10393900"/>
              <a:gd name="csY82" fmla="*/ 940905 h 2421274"/>
              <a:gd name="csX83" fmla="*/ 7992777 w 10393900"/>
              <a:gd name="csY83" fmla="*/ 1697423 h 2421274"/>
              <a:gd name="csX84" fmla="*/ 8045405 w 10393900"/>
              <a:gd name="csY84" fmla="*/ 901435 h 2421274"/>
              <a:gd name="csX85" fmla="*/ 8124346 w 10393900"/>
              <a:gd name="csY85" fmla="*/ 1664531 h 2421274"/>
              <a:gd name="csX86" fmla="*/ 8190130 w 10393900"/>
              <a:gd name="csY86" fmla="*/ 1013268 h 2421274"/>
              <a:gd name="csX87" fmla="*/ 8216443 w 10393900"/>
              <a:gd name="csY87" fmla="*/ 1421130 h 2421274"/>
              <a:gd name="csX88" fmla="*/ 8242757 w 10393900"/>
              <a:gd name="csY88" fmla="*/ 1144836 h 2421274"/>
              <a:gd name="csX89" fmla="*/ 8328277 w 10393900"/>
              <a:gd name="csY89" fmla="*/ 1704002 h 2421274"/>
              <a:gd name="csX90" fmla="*/ 8354590 w 10393900"/>
              <a:gd name="csY90" fmla="*/ 1263248 h 2421274"/>
              <a:gd name="csX91" fmla="*/ 8453266 w 10393900"/>
              <a:gd name="csY91" fmla="*/ 1664531 h 2421274"/>
              <a:gd name="csX92" fmla="*/ 8486159 w 10393900"/>
              <a:gd name="csY92" fmla="*/ 1006690 h 2421274"/>
              <a:gd name="csX93" fmla="*/ 8565100 w 10393900"/>
              <a:gd name="csY93" fmla="*/ 1651375 h 2421274"/>
              <a:gd name="csX94" fmla="*/ 8591413 w 10393900"/>
              <a:gd name="csY94" fmla="*/ 1118523 h 2421274"/>
              <a:gd name="csX95" fmla="*/ 8663776 w 10393900"/>
              <a:gd name="csY95" fmla="*/ 1585590 h 2421274"/>
              <a:gd name="csX96" fmla="*/ 8722982 w 10393900"/>
              <a:gd name="csY96" fmla="*/ 1210621 h 2421274"/>
              <a:gd name="csX97" fmla="*/ 8782187 w 10393900"/>
              <a:gd name="csY97" fmla="*/ 1592169 h 2421274"/>
              <a:gd name="csX98" fmla="*/ 8841393 w 10393900"/>
              <a:gd name="csY98" fmla="*/ 1269826 h 2421274"/>
              <a:gd name="csX99" fmla="*/ 8894020 w 10393900"/>
              <a:gd name="csY99" fmla="*/ 1493493 h 2421274"/>
              <a:gd name="csX100" fmla="*/ 8926912 w 10393900"/>
              <a:gd name="csY100" fmla="*/ 1296140 h 2421274"/>
              <a:gd name="csX101" fmla="*/ 8979540 w 10393900"/>
              <a:gd name="csY101" fmla="*/ 1559277 h 2421274"/>
              <a:gd name="csX102" fmla="*/ 9051902 w 10393900"/>
              <a:gd name="csY102" fmla="*/ 1289562 h 2421274"/>
              <a:gd name="csX103" fmla="*/ 9117687 w 10393900"/>
              <a:gd name="csY103" fmla="*/ 1539541 h 2421274"/>
              <a:gd name="csX104" fmla="*/ 9130843 w 10393900"/>
              <a:gd name="csY104" fmla="*/ 1243513 h 2421274"/>
              <a:gd name="csX105" fmla="*/ 9183471 w 10393900"/>
              <a:gd name="csY105" fmla="*/ 1486914 h 2421274"/>
              <a:gd name="csX106" fmla="*/ 9222941 w 10393900"/>
              <a:gd name="csY106" fmla="*/ 1190885 h 2421274"/>
              <a:gd name="csX107" fmla="*/ 9268990 w 10393900"/>
              <a:gd name="csY107" fmla="*/ 1493493 h 2421274"/>
              <a:gd name="csX108" fmla="*/ 9380823 w 10393900"/>
              <a:gd name="csY108" fmla="*/ 1256669 h 2421274"/>
              <a:gd name="csX109" fmla="*/ 9466343 w 10393900"/>
              <a:gd name="csY109" fmla="*/ 1394816 h 2421274"/>
              <a:gd name="csX110" fmla="*/ 9551862 w 10393900"/>
              <a:gd name="csY110" fmla="*/ 1250091 h 2421274"/>
              <a:gd name="csX111" fmla="*/ 9611068 w 10393900"/>
              <a:gd name="csY111" fmla="*/ 1335610 h 2421274"/>
              <a:gd name="csX112" fmla="*/ 9709744 w 10393900"/>
              <a:gd name="csY112" fmla="*/ 1269826 h 2421274"/>
              <a:gd name="csX113" fmla="*/ 9768950 w 10393900"/>
              <a:gd name="csY113" fmla="*/ 1335610 h 2421274"/>
              <a:gd name="csX114" fmla="*/ 9834734 w 10393900"/>
              <a:gd name="csY114" fmla="*/ 1269826 h 2421274"/>
              <a:gd name="csX115" fmla="*/ 9887361 w 10393900"/>
              <a:gd name="csY115" fmla="*/ 1322454 h 2421274"/>
              <a:gd name="csX116" fmla="*/ 9939989 w 10393900"/>
              <a:gd name="csY116" fmla="*/ 1256669 h 2421274"/>
              <a:gd name="csX117" fmla="*/ 9999194 w 10393900"/>
              <a:gd name="csY117" fmla="*/ 1315875 h 2421274"/>
              <a:gd name="csX118" fmla="*/ 10045243 w 10393900"/>
              <a:gd name="csY118" fmla="*/ 1263248 h 2421274"/>
              <a:gd name="csX119" fmla="*/ 10130763 w 10393900"/>
              <a:gd name="csY119" fmla="*/ 1315875 h 2421274"/>
              <a:gd name="csX120" fmla="*/ 10236018 w 10393900"/>
              <a:gd name="csY120" fmla="*/ 1263248 h 2421274"/>
              <a:gd name="csX121" fmla="*/ 10328115 w 10393900"/>
              <a:gd name="csY121" fmla="*/ 1302718 h 2421274"/>
              <a:gd name="csX122" fmla="*/ 10393900 w 10393900"/>
              <a:gd name="csY122" fmla="*/ 1276405 h 2421274"/>
              <a:gd name="csX0" fmla="*/ 0 w 10328115"/>
              <a:gd name="csY0" fmla="*/ 1138258 h 2421274"/>
              <a:gd name="csX1" fmla="*/ 1434095 w 10328115"/>
              <a:gd name="csY1" fmla="*/ 1144836 h 2421274"/>
              <a:gd name="csX2" fmla="*/ 2605053 w 10328115"/>
              <a:gd name="csY2" fmla="*/ 1125101 h 2421274"/>
              <a:gd name="csX3" fmla="*/ 3427356 w 10328115"/>
              <a:gd name="csY3" fmla="*/ 1131680 h 2421274"/>
              <a:gd name="csX4" fmla="*/ 3473405 w 10328115"/>
              <a:gd name="csY4" fmla="*/ 1125101 h 2421274"/>
              <a:gd name="csX5" fmla="*/ 3585238 w 10328115"/>
              <a:gd name="csY5" fmla="*/ 1256669 h 2421274"/>
              <a:gd name="csX6" fmla="*/ 3624708 w 10328115"/>
              <a:gd name="csY6" fmla="*/ 1197464 h 2421274"/>
              <a:gd name="csX7" fmla="*/ 3710228 w 10328115"/>
              <a:gd name="csY7" fmla="*/ 1282983 h 2421274"/>
              <a:gd name="csX8" fmla="*/ 3789169 w 10328115"/>
              <a:gd name="csY8" fmla="*/ 1039582 h 2421274"/>
              <a:gd name="csX9" fmla="*/ 3854953 w 10328115"/>
              <a:gd name="csY9" fmla="*/ 1282983 h 2421274"/>
              <a:gd name="csX10" fmla="*/ 3940472 w 10328115"/>
              <a:gd name="csY10" fmla="*/ 1026425 h 2421274"/>
              <a:gd name="csX11" fmla="*/ 4012835 w 10328115"/>
              <a:gd name="csY11" fmla="*/ 1250091 h 2421274"/>
              <a:gd name="csX12" fmla="*/ 4098354 w 10328115"/>
              <a:gd name="csY12" fmla="*/ 1039582 h 2421274"/>
              <a:gd name="csX13" fmla="*/ 4137825 w 10328115"/>
              <a:gd name="csY13" fmla="*/ 1263248 h 2421274"/>
              <a:gd name="csX14" fmla="*/ 4170717 w 10328115"/>
              <a:gd name="csY14" fmla="*/ 1039582 h 2421274"/>
              <a:gd name="csX15" fmla="*/ 4243079 w 10328115"/>
              <a:gd name="csY15" fmla="*/ 1250091 h 2421274"/>
              <a:gd name="csX16" fmla="*/ 4249658 w 10328115"/>
              <a:gd name="csY16" fmla="*/ 1026425 h 2421274"/>
              <a:gd name="csX17" fmla="*/ 4308864 w 10328115"/>
              <a:gd name="csY17" fmla="*/ 1256669 h 2421274"/>
              <a:gd name="csX18" fmla="*/ 4361491 w 10328115"/>
              <a:gd name="csY18" fmla="*/ 1046160 h 2421274"/>
              <a:gd name="csX19" fmla="*/ 4460167 w 10328115"/>
              <a:gd name="csY19" fmla="*/ 1276405 h 2421274"/>
              <a:gd name="csX20" fmla="*/ 4532530 w 10328115"/>
              <a:gd name="csY20" fmla="*/ 954062 h 2421274"/>
              <a:gd name="csX21" fmla="*/ 4598314 w 10328115"/>
              <a:gd name="csY21" fmla="*/ 1296140 h 2421274"/>
              <a:gd name="csX22" fmla="*/ 4657520 w 10328115"/>
              <a:gd name="csY22" fmla="*/ 1006690 h 2421274"/>
              <a:gd name="csX23" fmla="*/ 4703569 w 10328115"/>
              <a:gd name="csY23" fmla="*/ 1289562 h 2421274"/>
              <a:gd name="csX24" fmla="*/ 4723304 w 10328115"/>
              <a:gd name="csY24" fmla="*/ 1019846 h 2421274"/>
              <a:gd name="csX25" fmla="*/ 4802245 w 10328115"/>
              <a:gd name="csY25" fmla="*/ 1289562 h 2421274"/>
              <a:gd name="csX26" fmla="*/ 4854872 w 10328115"/>
              <a:gd name="csY26" fmla="*/ 1046160 h 2421274"/>
              <a:gd name="csX27" fmla="*/ 4940392 w 10328115"/>
              <a:gd name="csY27" fmla="*/ 1276405 h 2421274"/>
              <a:gd name="csX28" fmla="*/ 5006176 w 10328115"/>
              <a:gd name="csY28" fmla="*/ 1026425 h 2421274"/>
              <a:gd name="csX29" fmla="*/ 5098274 w 10328115"/>
              <a:gd name="csY29" fmla="*/ 1256669 h 2421274"/>
              <a:gd name="csX30" fmla="*/ 5144323 w 10328115"/>
              <a:gd name="csY30" fmla="*/ 1026425 h 2421274"/>
              <a:gd name="csX31" fmla="*/ 5223264 w 10328115"/>
              <a:gd name="csY31" fmla="*/ 1250091 h 2421274"/>
              <a:gd name="csX32" fmla="*/ 5249577 w 10328115"/>
              <a:gd name="csY32" fmla="*/ 960641 h 2421274"/>
              <a:gd name="csX33" fmla="*/ 5295626 w 10328115"/>
              <a:gd name="csY33" fmla="*/ 1269826 h 2421274"/>
              <a:gd name="csX34" fmla="*/ 5341675 w 10328115"/>
              <a:gd name="csY34" fmla="*/ 993533 h 2421274"/>
              <a:gd name="csX35" fmla="*/ 5407459 w 10328115"/>
              <a:gd name="csY35" fmla="*/ 1263248 h 2421274"/>
              <a:gd name="csX36" fmla="*/ 5440351 w 10328115"/>
              <a:gd name="csY36" fmla="*/ 875121 h 2421274"/>
              <a:gd name="csX37" fmla="*/ 5499557 w 10328115"/>
              <a:gd name="csY37" fmla="*/ 1243513 h 2421274"/>
              <a:gd name="csX38" fmla="*/ 5565341 w 10328115"/>
              <a:gd name="csY38" fmla="*/ 908013 h 2421274"/>
              <a:gd name="csX39" fmla="*/ 5664018 w 10328115"/>
              <a:gd name="csY39" fmla="*/ 1250091 h 2421274"/>
              <a:gd name="csX40" fmla="*/ 5710066 w 10328115"/>
              <a:gd name="csY40" fmla="*/ 1000111 h 2421274"/>
              <a:gd name="csX41" fmla="*/ 5828478 w 10328115"/>
              <a:gd name="csY41" fmla="*/ 2276324 h 2421274"/>
              <a:gd name="csX42" fmla="*/ 5854792 w 10328115"/>
              <a:gd name="csY42" fmla="*/ 177809 h 2421274"/>
              <a:gd name="csX43" fmla="*/ 5913997 w 10328115"/>
              <a:gd name="csY43" fmla="*/ 2315795 h 2421274"/>
              <a:gd name="csX44" fmla="*/ 5986360 w 10328115"/>
              <a:gd name="csY44" fmla="*/ 289642 h 2421274"/>
              <a:gd name="csX45" fmla="*/ 6025830 w 10328115"/>
              <a:gd name="csY45" fmla="*/ 2276324 h 2421274"/>
              <a:gd name="csX46" fmla="*/ 6091615 w 10328115"/>
              <a:gd name="csY46" fmla="*/ 192 h 2421274"/>
              <a:gd name="csX47" fmla="*/ 6144242 w 10328115"/>
              <a:gd name="csY47" fmla="*/ 2421049 h 2421274"/>
              <a:gd name="csX48" fmla="*/ 6170556 w 10328115"/>
              <a:gd name="csY48" fmla="*/ 158074 h 2421274"/>
              <a:gd name="csX49" fmla="*/ 6229761 w 10328115"/>
              <a:gd name="csY49" fmla="*/ 2394736 h 2421274"/>
              <a:gd name="csX50" fmla="*/ 6282389 w 10328115"/>
              <a:gd name="csY50" fmla="*/ 408054 h 2421274"/>
              <a:gd name="csX51" fmla="*/ 6341594 w 10328115"/>
              <a:gd name="csY51" fmla="*/ 2236854 h 2421274"/>
              <a:gd name="csX52" fmla="*/ 6407379 w 10328115"/>
              <a:gd name="csY52" fmla="*/ 934327 h 2421274"/>
              <a:gd name="csX53" fmla="*/ 6440271 w 10328115"/>
              <a:gd name="csY53" fmla="*/ 1894776 h 2421274"/>
              <a:gd name="csX54" fmla="*/ 6499477 w 10328115"/>
              <a:gd name="csY54" fmla="*/ 822494 h 2421274"/>
              <a:gd name="csX55" fmla="*/ 6532369 w 10328115"/>
              <a:gd name="csY55" fmla="*/ 1914511 h 2421274"/>
              <a:gd name="csX56" fmla="*/ 6578418 w 10328115"/>
              <a:gd name="csY56" fmla="*/ 408054 h 2421274"/>
              <a:gd name="csX57" fmla="*/ 6677094 w 10328115"/>
              <a:gd name="csY57" fmla="*/ 2164491 h 2421274"/>
              <a:gd name="csX58" fmla="*/ 6683672 w 10328115"/>
              <a:gd name="csY58" fmla="*/ 427789 h 2421274"/>
              <a:gd name="csX59" fmla="*/ 6749456 w 10328115"/>
              <a:gd name="csY59" fmla="*/ 1460600 h 2421274"/>
              <a:gd name="csX60" fmla="*/ 6762613 w 10328115"/>
              <a:gd name="csY60" fmla="*/ 269907 h 2421274"/>
              <a:gd name="csX61" fmla="*/ 6828397 w 10328115"/>
              <a:gd name="csY61" fmla="*/ 2388157 h 2421274"/>
              <a:gd name="csX62" fmla="*/ 6841554 w 10328115"/>
              <a:gd name="csY62" fmla="*/ 1348767 h 2421274"/>
              <a:gd name="csX63" fmla="*/ 6927074 w 10328115"/>
              <a:gd name="csY63" fmla="*/ 2111864 h 2421274"/>
              <a:gd name="csX64" fmla="*/ 6907338 w 10328115"/>
              <a:gd name="csY64" fmla="*/ 296221 h 2421274"/>
              <a:gd name="csX65" fmla="*/ 7012593 w 10328115"/>
              <a:gd name="csY65" fmla="*/ 2046080 h 2421274"/>
              <a:gd name="csX66" fmla="*/ 7045485 w 10328115"/>
              <a:gd name="csY66" fmla="*/ 309377 h 2421274"/>
              <a:gd name="csX67" fmla="*/ 7104691 w 10328115"/>
              <a:gd name="csY67" fmla="*/ 2026344 h 2421274"/>
              <a:gd name="csX68" fmla="*/ 7131005 w 10328115"/>
              <a:gd name="csY68" fmla="*/ 480416 h 2421274"/>
              <a:gd name="csX69" fmla="*/ 7203367 w 10328115"/>
              <a:gd name="csY69" fmla="*/ 1842149 h 2421274"/>
              <a:gd name="csX70" fmla="*/ 7216524 w 10328115"/>
              <a:gd name="csY70" fmla="*/ 677769 h 2421274"/>
              <a:gd name="csX71" fmla="*/ 7282308 w 10328115"/>
              <a:gd name="csY71" fmla="*/ 2013187 h 2421274"/>
              <a:gd name="csX72" fmla="*/ 7367828 w 10328115"/>
              <a:gd name="csY72" fmla="*/ 394897 h 2421274"/>
              <a:gd name="csX73" fmla="*/ 7400720 w 10328115"/>
              <a:gd name="csY73" fmla="*/ 1980295 h 2421274"/>
              <a:gd name="csX74" fmla="*/ 7512553 w 10328115"/>
              <a:gd name="csY74" fmla="*/ 519887 h 2421274"/>
              <a:gd name="csX75" fmla="*/ 7578337 w 10328115"/>
              <a:gd name="csY75" fmla="*/ 2000031 h 2421274"/>
              <a:gd name="csX76" fmla="*/ 7611229 w 10328115"/>
              <a:gd name="csY76" fmla="*/ 815916 h 2421274"/>
              <a:gd name="csX77" fmla="*/ 7696748 w 10328115"/>
              <a:gd name="csY77" fmla="*/ 1855305 h 2421274"/>
              <a:gd name="csX78" fmla="*/ 7723062 w 10328115"/>
              <a:gd name="csY78" fmla="*/ 697504 h 2421274"/>
              <a:gd name="csX79" fmla="*/ 7775689 w 10328115"/>
              <a:gd name="csY79" fmla="*/ 1822413 h 2421274"/>
              <a:gd name="csX80" fmla="*/ 7808582 w 10328115"/>
              <a:gd name="csY80" fmla="*/ 829072 h 2421274"/>
              <a:gd name="csX81" fmla="*/ 7880944 w 10328115"/>
              <a:gd name="csY81" fmla="*/ 1782943 h 2421274"/>
              <a:gd name="csX82" fmla="*/ 7933571 w 10328115"/>
              <a:gd name="csY82" fmla="*/ 940905 h 2421274"/>
              <a:gd name="csX83" fmla="*/ 7992777 w 10328115"/>
              <a:gd name="csY83" fmla="*/ 1697423 h 2421274"/>
              <a:gd name="csX84" fmla="*/ 8045405 w 10328115"/>
              <a:gd name="csY84" fmla="*/ 901435 h 2421274"/>
              <a:gd name="csX85" fmla="*/ 8124346 w 10328115"/>
              <a:gd name="csY85" fmla="*/ 1664531 h 2421274"/>
              <a:gd name="csX86" fmla="*/ 8190130 w 10328115"/>
              <a:gd name="csY86" fmla="*/ 1013268 h 2421274"/>
              <a:gd name="csX87" fmla="*/ 8216443 w 10328115"/>
              <a:gd name="csY87" fmla="*/ 1421130 h 2421274"/>
              <a:gd name="csX88" fmla="*/ 8242757 w 10328115"/>
              <a:gd name="csY88" fmla="*/ 1144836 h 2421274"/>
              <a:gd name="csX89" fmla="*/ 8328277 w 10328115"/>
              <a:gd name="csY89" fmla="*/ 1704002 h 2421274"/>
              <a:gd name="csX90" fmla="*/ 8354590 w 10328115"/>
              <a:gd name="csY90" fmla="*/ 1263248 h 2421274"/>
              <a:gd name="csX91" fmla="*/ 8453266 w 10328115"/>
              <a:gd name="csY91" fmla="*/ 1664531 h 2421274"/>
              <a:gd name="csX92" fmla="*/ 8486159 w 10328115"/>
              <a:gd name="csY92" fmla="*/ 1006690 h 2421274"/>
              <a:gd name="csX93" fmla="*/ 8565100 w 10328115"/>
              <a:gd name="csY93" fmla="*/ 1651375 h 2421274"/>
              <a:gd name="csX94" fmla="*/ 8591413 w 10328115"/>
              <a:gd name="csY94" fmla="*/ 1118523 h 2421274"/>
              <a:gd name="csX95" fmla="*/ 8663776 w 10328115"/>
              <a:gd name="csY95" fmla="*/ 1585590 h 2421274"/>
              <a:gd name="csX96" fmla="*/ 8722982 w 10328115"/>
              <a:gd name="csY96" fmla="*/ 1210621 h 2421274"/>
              <a:gd name="csX97" fmla="*/ 8782187 w 10328115"/>
              <a:gd name="csY97" fmla="*/ 1592169 h 2421274"/>
              <a:gd name="csX98" fmla="*/ 8841393 w 10328115"/>
              <a:gd name="csY98" fmla="*/ 1269826 h 2421274"/>
              <a:gd name="csX99" fmla="*/ 8894020 w 10328115"/>
              <a:gd name="csY99" fmla="*/ 1493493 h 2421274"/>
              <a:gd name="csX100" fmla="*/ 8926912 w 10328115"/>
              <a:gd name="csY100" fmla="*/ 1296140 h 2421274"/>
              <a:gd name="csX101" fmla="*/ 8979540 w 10328115"/>
              <a:gd name="csY101" fmla="*/ 1559277 h 2421274"/>
              <a:gd name="csX102" fmla="*/ 9051902 w 10328115"/>
              <a:gd name="csY102" fmla="*/ 1289562 h 2421274"/>
              <a:gd name="csX103" fmla="*/ 9117687 w 10328115"/>
              <a:gd name="csY103" fmla="*/ 1539541 h 2421274"/>
              <a:gd name="csX104" fmla="*/ 9130843 w 10328115"/>
              <a:gd name="csY104" fmla="*/ 1243513 h 2421274"/>
              <a:gd name="csX105" fmla="*/ 9183471 w 10328115"/>
              <a:gd name="csY105" fmla="*/ 1486914 h 2421274"/>
              <a:gd name="csX106" fmla="*/ 9222941 w 10328115"/>
              <a:gd name="csY106" fmla="*/ 1190885 h 2421274"/>
              <a:gd name="csX107" fmla="*/ 9268990 w 10328115"/>
              <a:gd name="csY107" fmla="*/ 1493493 h 2421274"/>
              <a:gd name="csX108" fmla="*/ 9380823 w 10328115"/>
              <a:gd name="csY108" fmla="*/ 1256669 h 2421274"/>
              <a:gd name="csX109" fmla="*/ 9466343 w 10328115"/>
              <a:gd name="csY109" fmla="*/ 1394816 h 2421274"/>
              <a:gd name="csX110" fmla="*/ 9551862 w 10328115"/>
              <a:gd name="csY110" fmla="*/ 1250091 h 2421274"/>
              <a:gd name="csX111" fmla="*/ 9611068 w 10328115"/>
              <a:gd name="csY111" fmla="*/ 1335610 h 2421274"/>
              <a:gd name="csX112" fmla="*/ 9709744 w 10328115"/>
              <a:gd name="csY112" fmla="*/ 1269826 h 2421274"/>
              <a:gd name="csX113" fmla="*/ 9768950 w 10328115"/>
              <a:gd name="csY113" fmla="*/ 1335610 h 2421274"/>
              <a:gd name="csX114" fmla="*/ 9834734 w 10328115"/>
              <a:gd name="csY114" fmla="*/ 1269826 h 2421274"/>
              <a:gd name="csX115" fmla="*/ 9887361 w 10328115"/>
              <a:gd name="csY115" fmla="*/ 1322454 h 2421274"/>
              <a:gd name="csX116" fmla="*/ 9939989 w 10328115"/>
              <a:gd name="csY116" fmla="*/ 1256669 h 2421274"/>
              <a:gd name="csX117" fmla="*/ 9999194 w 10328115"/>
              <a:gd name="csY117" fmla="*/ 1315875 h 2421274"/>
              <a:gd name="csX118" fmla="*/ 10045243 w 10328115"/>
              <a:gd name="csY118" fmla="*/ 1263248 h 2421274"/>
              <a:gd name="csX119" fmla="*/ 10130763 w 10328115"/>
              <a:gd name="csY119" fmla="*/ 1315875 h 2421274"/>
              <a:gd name="csX120" fmla="*/ 10236018 w 10328115"/>
              <a:gd name="csY120" fmla="*/ 1263248 h 2421274"/>
              <a:gd name="csX121" fmla="*/ 10328115 w 10328115"/>
              <a:gd name="csY121" fmla="*/ 1302718 h 24212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</a:cxnLst>
            <a:rect l="l" t="t" r="r" b="b"/>
            <a:pathLst>
              <a:path w="10328115" h="2421274">
                <a:moveTo>
                  <a:pt x="0" y="1138258"/>
                </a:moveTo>
                <a:lnTo>
                  <a:pt x="1434095" y="1144836"/>
                </a:lnTo>
                <a:cubicBezTo>
                  <a:pt x="1868270" y="1142643"/>
                  <a:pt x="2605053" y="1125101"/>
                  <a:pt x="2605053" y="1125101"/>
                </a:cubicBezTo>
                <a:lnTo>
                  <a:pt x="3427356" y="1131680"/>
                </a:lnTo>
                <a:cubicBezTo>
                  <a:pt x="3572081" y="1131680"/>
                  <a:pt x="3447091" y="1104269"/>
                  <a:pt x="3473405" y="1125101"/>
                </a:cubicBezTo>
                <a:cubicBezTo>
                  <a:pt x="3499719" y="1145933"/>
                  <a:pt x="3560021" y="1244609"/>
                  <a:pt x="3585238" y="1256669"/>
                </a:cubicBezTo>
                <a:cubicBezTo>
                  <a:pt x="3610455" y="1268729"/>
                  <a:pt x="3603876" y="1193078"/>
                  <a:pt x="3624708" y="1197464"/>
                </a:cubicBezTo>
                <a:cubicBezTo>
                  <a:pt x="3645540" y="1201850"/>
                  <a:pt x="3682818" y="1309297"/>
                  <a:pt x="3710228" y="1282983"/>
                </a:cubicBezTo>
                <a:cubicBezTo>
                  <a:pt x="3737638" y="1256669"/>
                  <a:pt x="3765048" y="1039582"/>
                  <a:pt x="3789169" y="1039582"/>
                </a:cubicBezTo>
                <a:cubicBezTo>
                  <a:pt x="3813290" y="1039582"/>
                  <a:pt x="3829736" y="1285176"/>
                  <a:pt x="3854953" y="1282983"/>
                </a:cubicBezTo>
                <a:cubicBezTo>
                  <a:pt x="3880170" y="1280790"/>
                  <a:pt x="3914158" y="1031907"/>
                  <a:pt x="3940472" y="1026425"/>
                </a:cubicBezTo>
                <a:cubicBezTo>
                  <a:pt x="3966786" y="1020943"/>
                  <a:pt x="3986521" y="1247898"/>
                  <a:pt x="4012835" y="1250091"/>
                </a:cubicBezTo>
                <a:cubicBezTo>
                  <a:pt x="4039149" y="1252284"/>
                  <a:pt x="4077522" y="1037389"/>
                  <a:pt x="4098354" y="1039582"/>
                </a:cubicBezTo>
                <a:cubicBezTo>
                  <a:pt x="4119186" y="1041775"/>
                  <a:pt x="4125765" y="1263248"/>
                  <a:pt x="4137825" y="1263248"/>
                </a:cubicBezTo>
                <a:cubicBezTo>
                  <a:pt x="4149885" y="1263248"/>
                  <a:pt x="4153175" y="1041775"/>
                  <a:pt x="4170717" y="1039582"/>
                </a:cubicBezTo>
                <a:cubicBezTo>
                  <a:pt x="4188259" y="1037389"/>
                  <a:pt x="4229922" y="1252284"/>
                  <a:pt x="4243079" y="1250091"/>
                </a:cubicBezTo>
                <a:cubicBezTo>
                  <a:pt x="4256236" y="1247898"/>
                  <a:pt x="4238694" y="1025329"/>
                  <a:pt x="4249658" y="1026425"/>
                </a:cubicBezTo>
                <a:cubicBezTo>
                  <a:pt x="4260622" y="1027521"/>
                  <a:pt x="4290225" y="1253380"/>
                  <a:pt x="4308864" y="1256669"/>
                </a:cubicBezTo>
                <a:cubicBezTo>
                  <a:pt x="4327503" y="1259958"/>
                  <a:pt x="4336274" y="1042871"/>
                  <a:pt x="4361491" y="1046160"/>
                </a:cubicBezTo>
                <a:cubicBezTo>
                  <a:pt x="4386708" y="1049449"/>
                  <a:pt x="4431661" y="1291755"/>
                  <a:pt x="4460167" y="1276405"/>
                </a:cubicBezTo>
                <a:cubicBezTo>
                  <a:pt x="4488673" y="1261055"/>
                  <a:pt x="4509506" y="950773"/>
                  <a:pt x="4532530" y="954062"/>
                </a:cubicBezTo>
                <a:cubicBezTo>
                  <a:pt x="4555554" y="957351"/>
                  <a:pt x="4577482" y="1287369"/>
                  <a:pt x="4598314" y="1296140"/>
                </a:cubicBezTo>
                <a:cubicBezTo>
                  <a:pt x="4619146" y="1304911"/>
                  <a:pt x="4639978" y="1007786"/>
                  <a:pt x="4657520" y="1006690"/>
                </a:cubicBezTo>
                <a:cubicBezTo>
                  <a:pt x="4675062" y="1005594"/>
                  <a:pt x="4692605" y="1287369"/>
                  <a:pt x="4703569" y="1289562"/>
                </a:cubicBezTo>
                <a:cubicBezTo>
                  <a:pt x="4714533" y="1291755"/>
                  <a:pt x="4706858" y="1019846"/>
                  <a:pt x="4723304" y="1019846"/>
                </a:cubicBezTo>
                <a:cubicBezTo>
                  <a:pt x="4739750" y="1019846"/>
                  <a:pt x="4780317" y="1285176"/>
                  <a:pt x="4802245" y="1289562"/>
                </a:cubicBezTo>
                <a:cubicBezTo>
                  <a:pt x="4824173" y="1293948"/>
                  <a:pt x="4831848" y="1048353"/>
                  <a:pt x="4854872" y="1046160"/>
                </a:cubicBezTo>
                <a:cubicBezTo>
                  <a:pt x="4877896" y="1043967"/>
                  <a:pt x="4915175" y="1279694"/>
                  <a:pt x="4940392" y="1276405"/>
                </a:cubicBezTo>
                <a:cubicBezTo>
                  <a:pt x="4965609" y="1273116"/>
                  <a:pt x="4979862" y="1029714"/>
                  <a:pt x="5006176" y="1026425"/>
                </a:cubicBezTo>
                <a:cubicBezTo>
                  <a:pt x="5032490" y="1023136"/>
                  <a:pt x="5075250" y="1256669"/>
                  <a:pt x="5098274" y="1256669"/>
                </a:cubicBezTo>
                <a:cubicBezTo>
                  <a:pt x="5121298" y="1256669"/>
                  <a:pt x="5123491" y="1027521"/>
                  <a:pt x="5144323" y="1026425"/>
                </a:cubicBezTo>
                <a:cubicBezTo>
                  <a:pt x="5165155" y="1025329"/>
                  <a:pt x="5205722" y="1261055"/>
                  <a:pt x="5223264" y="1250091"/>
                </a:cubicBezTo>
                <a:cubicBezTo>
                  <a:pt x="5240806" y="1239127"/>
                  <a:pt x="5237517" y="957352"/>
                  <a:pt x="5249577" y="960641"/>
                </a:cubicBezTo>
                <a:cubicBezTo>
                  <a:pt x="5261637" y="963930"/>
                  <a:pt x="5280276" y="1264344"/>
                  <a:pt x="5295626" y="1269826"/>
                </a:cubicBezTo>
                <a:cubicBezTo>
                  <a:pt x="5310976" y="1275308"/>
                  <a:pt x="5323036" y="994629"/>
                  <a:pt x="5341675" y="993533"/>
                </a:cubicBezTo>
                <a:cubicBezTo>
                  <a:pt x="5360314" y="992437"/>
                  <a:pt x="5391013" y="1282983"/>
                  <a:pt x="5407459" y="1263248"/>
                </a:cubicBezTo>
                <a:cubicBezTo>
                  <a:pt x="5423905" y="1243513"/>
                  <a:pt x="5425001" y="878410"/>
                  <a:pt x="5440351" y="875121"/>
                </a:cubicBezTo>
                <a:cubicBezTo>
                  <a:pt x="5455701" y="871832"/>
                  <a:pt x="5478725" y="1238031"/>
                  <a:pt x="5499557" y="1243513"/>
                </a:cubicBezTo>
                <a:cubicBezTo>
                  <a:pt x="5520389" y="1248995"/>
                  <a:pt x="5537931" y="906917"/>
                  <a:pt x="5565341" y="908013"/>
                </a:cubicBezTo>
                <a:cubicBezTo>
                  <a:pt x="5592751" y="909109"/>
                  <a:pt x="5639897" y="1234741"/>
                  <a:pt x="5664018" y="1250091"/>
                </a:cubicBezTo>
                <a:cubicBezTo>
                  <a:pt x="5688139" y="1265441"/>
                  <a:pt x="5682656" y="829072"/>
                  <a:pt x="5710066" y="1000111"/>
                </a:cubicBezTo>
                <a:cubicBezTo>
                  <a:pt x="5737476" y="1171150"/>
                  <a:pt x="5804357" y="2413374"/>
                  <a:pt x="5828478" y="2276324"/>
                </a:cubicBezTo>
                <a:cubicBezTo>
                  <a:pt x="5852599" y="2139274"/>
                  <a:pt x="5840539" y="171230"/>
                  <a:pt x="5854792" y="177809"/>
                </a:cubicBezTo>
                <a:cubicBezTo>
                  <a:pt x="5869045" y="184387"/>
                  <a:pt x="5892069" y="2297156"/>
                  <a:pt x="5913997" y="2315795"/>
                </a:cubicBezTo>
                <a:cubicBezTo>
                  <a:pt x="5935925" y="2334434"/>
                  <a:pt x="5967721" y="296220"/>
                  <a:pt x="5986360" y="289642"/>
                </a:cubicBezTo>
                <a:cubicBezTo>
                  <a:pt x="6004999" y="283064"/>
                  <a:pt x="6008288" y="2324566"/>
                  <a:pt x="6025830" y="2276324"/>
                </a:cubicBezTo>
                <a:cubicBezTo>
                  <a:pt x="6043372" y="2228082"/>
                  <a:pt x="6071880" y="-23929"/>
                  <a:pt x="6091615" y="192"/>
                </a:cubicBezTo>
                <a:cubicBezTo>
                  <a:pt x="6111350" y="24313"/>
                  <a:pt x="6131085" y="2394735"/>
                  <a:pt x="6144242" y="2421049"/>
                </a:cubicBezTo>
                <a:cubicBezTo>
                  <a:pt x="6157399" y="2447363"/>
                  <a:pt x="6156303" y="162459"/>
                  <a:pt x="6170556" y="158074"/>
                </a:cubicBezTo>
                <a:cubicBezTo>
                  <a:pt x="6184809" y="153689"/>
                  <a:pt x="6211122" y="2353073"/>
                  <a:pt x="6229761" y="2394736"/>
                </a:cubicBezTo>
                <a:cubicBezTo>
                  <a:pt x="6248400" y="2436399"/>
                  <a:pt x="6263750" y="434368"/>
                  <a:pt x="6282389" y="408054"/>
                </a:cubicBezTo>
                <a:cubicBezTo>
                  <a:pt x="6301028" y="381740"/>
                  <a:pt x="6320762" y="2149142"/>
                  <a:pt x="6341594" y="2236854"/>
                </a:cubicBezTo>
                <a:cubicBezTo>
                  <a:pt x="6362426" y="2324566"/>
                  <a:pt x="6390933" y="991340"/>
                  <a:pt x="6407379" y="934327"/>
                </a:cubicBezTo>
                <a:cubicBezTo>
                  <a:pt x="6423825" y="877314"/>
                  <a:pt x="6424921" y="1913415"/>
                  <a:pt x="6440271" y="1894776"/>
                </a:cubicBezTo>
                <a:cubicBezTo>
                  <a:pt x="6455621" y="1876137"/>
                  <a:pt x="6484127" y="819205"/>
                  <a:pt x="6499477" y="822494"/>
                </a:cubicBezTo>
                <a:cubicBezTo>
                  <a:pt x="6514827" y="825783"/>
                  <a:pt x="6519212" y="1983584"/>
                  <a:pt x="6532369" y="1914511"/>
                </a:cubicBezTo>
                <a:cubicBezTo>
                  <a:pt x="6545526" y="1845438"/>
                  <a:pt x="6554297" y="366391"/>
                  <a:pt x="6578418" y="408054"/>
                </a:cubicBezTo>
                <a:cubicBezTo>
                  <a:pt x="6602539" y="449717"/>
                  <a:pt x="6659552" y="2161202"/>
                  <a:pt x="6677094" y="2164491"/>
                </a:cubicBezTo>
                <a:cubicBezTo>
                  <a:pt x="6694636" y="2167780"/>
                  <a:pt x="6671612" y="545104"/>
                  <a:pt x="6683672" y="427789"/>
                </a:cubicBezTo>
                <a:cubicBezTo>
                  <a:pt x="6695732" y="310474"/>
                  <a:pt x="6736299" y="1486914"/>
                  <a:pt x="6749456" y="1460600"/>
                </a:cubicBezTo>
                <a:cubicBezTo>
                  <a:pt x="6762613" y="1434286"/>
                  <a:pt x="6749456" y="115314"/>
                  <a:pt x="6762613" y="269907"/>
                </a:cubicBezTo>
                <a:cubicBezTo>
                  <a:pt x="6775770" y="424500"/>
                  <a:pt x="6815240" y="2208347"/>
                  <a:pt x="6828397" y="2388157"/>
                </a:cubicBezTo>
                <a:cubicBezTo>
                  <a:pt x="6841554" y="2567967"/>
                  <a:pt x="6825108" y="1394816"/>
                  <a:pt x="6841554" y="1348767"/>
                </a:cubicBezTo>
                <a:cubicBezTo>
                  <a:pt x="6858000" y="1302718"/>
                  <a:pt x="6916110" y="2287288"/>
                  <a:pt x="6927074" y="2111864"/>
                </a:cubicBezTo>
                <a:cubicBezTo>
                  <a:pt x="6938038" y="1936440"/>
                  <a:pt x="6893085" y="307185"/>
                  <a:pt x="6907338" y="296221"/>
                </a:cubicBezTo>
                <a:cubicBezTo>
                  <a:pt x="6921591" y="285257"/>
                  <a:pt x="6989569" y="2043887"/>
                  <a:pt x="7012593" y="2046080"/>
                </a:cubicBezTo>
                <a:cubicBezTo>
                  <a:pt x="7035617" y="2048273"/>
                  <a:pt x="7030135" y="312666"/>
                  <a:pt x="7045485" y="309377"/>
                </a:cubicBezTo>
                <a:cubicBezTo>
                  <a:pt x="7060835" y="306088"/>
                  <a:pt x="7090438" y="1997838"/>
                  <a:pt x="7104691" y="2026344"/>
                </a:cubicBezTo>
                <a:cubicBezTo>
                  <a:pt x="7118944" y="2054850"/>
                  <a:pt x="7114559" y="511115"/>
                  <a:pt x="7131005" y="480416"/>
                </a:cubicBezTo>
                <a:cubicBezTo>
                  <a:pt x="7147451" y="449717"/>
                  <a:pt x="7189114" y="1809257"/>
                  <a:pt x="7203367" y="1842149"/>
                </a:cubicBezTo>
                <a:cubicBezTo>
                  <a:pt x="7217620" y="1875041"/>
                  <a:pt x="7203367" y="649263"/>
                  <a:pt x="7216524" y="677769"/>
                </a:cubicBezTo>
                <a:cubicBezTo>
                  <a:pt x="7229681" y="706275"/>
                  <a:pt x="7257091" y="2060332"/>
                  <a:pt x="7282308" y="2013187"/>
                </a:cubicBezTo>
                <a:cubicBezTo>
                  <a:pt x="7307525" y="1966042"/>
                  <a:pt x="7348093" y="400379"/>
                  <a:pt x="7367828" y="394897"/>
                </a:cubicBezTo>
                <a:cubicBezTo>
                  <a:pt x="7387563" y="389415"/>
                  <a:pt x="7376599" y="1959463"/>
                  <a:pt x="7400720" y="1980295"/>
                </a:cubicBezTo>
                <a:cubicBezTo>
                  <a:pt x="7424841" y="2001127"/>
                  <a:pt x="7482950" y="516598"/>
                  <a:pt x="7512553" y="519887"/>
                </a:cubicBezTo>
                <a:cubicBezTo>
                  <a:pt x="7542156" y="523176"/>
                  <a:pt x="7561891" y="1950693"/>
                  <a:pt x="7578337" y="2000031"/>
                </a:cubicBezTo>
                <a:cubicBezTo>
                  <a:pt x="7594783" y="2049369"/>
                  <a:pt x="7591494" y="840037"/>
                  <a:pt x="7611229" y="815916"/>
                </a:cubicBezTo>
                <a:cubicBezTo>
                  <a:pt x="7630964" y="791795"/>
                  <a:pt x="7678109" y="1875040"/>
                  <a:pt x="7696748" y="1855305"/>
                </a:cubicBezTo>
                <a:cubicBezTo>
                  <a:pt x="7715387" y="1835570"/>
                  <a:pt x="7709905" y="702986"/>
                  <a:pt x="7723062" y="697504"/>
                </a:cubicBezTo>
                <a:cubicBezTo>
                  <a:pt x="7736219" y="692022"/>
                  <a:pt x="7761436" y="1800485"/>
                  <a:pt x="7775689" y="1822413"/>
                </a:cubicBezTo>
                <a:cubicBezTo>
                  <a:pt x="7789942" y="1844341"/>
                  <a:pt x="7791039" y="835650"/>
                  <a:pt x="7808582" y="829072"/>
                </a:cubicBezTo>
                <a:cubicBezTo>
                  <a:pt x="7826125" y="822494"/>
                  <a:pt x="7860113" y="1764304"/>
                  <a:pt x="7880944" y="1782943"/>
                </a:cubicBezTo>
                <a:cubicBezTo>
                  <a:pt x="7901775" y="1801582"/>
                  <a:pt x="7914932" y="955158"/>
                  <a:pt x="7933571" y="940905"/>
                </a:cubicBezTo>
                <a:cubicBezTo>
                  <a:pt x="7952210" y="926652"/>
                  <a:pt x="7974138" y="1704001"/>
                  <a:pt x="7992777" y="1697423"/>
                </a:cubicBezTo>
                <a:cubicBezTo>
                  <a:pt x="8011416" y="1690845"/>
                  <a:pt x="8023477" y="906917"/>
                  <a:pt x="8045405" y="901435"/>
                </a:cubicBezTo>
                <a:cubicBezTo>
                  <a:pt x="8067333" y="895953"/>
                  <a:pt x="8100225" y="1645892"/>
                  <a:pt x="8124346" y="1664531"/>
                </a:cubicBezTo>
                <a:cubicBezTo>
                  <a:pt x="8148467" y="1683170"/>
                  <a:pt x="8174781" y="1053835"/>
                  <a:pt x="8190130" y="1013268"/>
                </a:cubicBezTo>
                <a:cubicBezTo>
                  <a:pt x="8205480" y="972701"/>
                  <a:pt x="8207672" y="1399202"/>
                  <a:pt x="8216443" y="1421130"/>
                </a:cubicBezTo>
                <a:cubicBezTo>
                  <a:pt x="8225214" y="1443058"/>
                  <a:pt x="8224118" y="1097691"/>
                  <a:pt x="8242757" y="1144836"/>
                </a:cubicBezTo>
                <a:cubicBezTo>
                  <a:pt x="8261396" y="1191981"/>
                  <a:pt x="8309638" y="1684267"/>
                  <a:pt x="8328277" y="1704002"/>
                </a:cubicBezTo>
                <a:cubicBezTo>
                  <a:pt x="8346916" y="1723737"/>
                  <a:pt x="8333758" y="1269827"/>
                  <a:pt x="8354590" y="1263248"/>
                </a:cubicBezTo>
                <a:cubicBezTo>
                  <a:pt x="8375422" y="1256669"/>
                  <a:pt x="8431338" y="1707291"/>
                  <a:pt x="8453266" y="1664531"/>
                </a:cubicBezTo>
                <a:cubicBezTo>
                  <a:pt x="8475194" y="1621771"/>
                  <a:pt x="8467520" y="1008883"/>
                  <a:pt x="8486159" y="1006690"/>
                </a:cubicBezTo>
                <a:cubicBezTo>
                  <a:pt x="8504798" y="1004497"/>
                  <a:pt x="8547558" y="1632736"/>
                  <a:pt x="8565100" y="1651375"/>
                </a:cubicBezTo>
                <a:cubicBezTo>
                  <a:pt x="8582642" y="1670014"/>
                  <a:pt x="8574967" y="1129487"/>
                  <a:pt x="8591413" y="1118523"/>
                </a:cubicBezTo>
                <a:cubicBezTo>
                  <a:pt x="8607859" y="1107559"/>
                  <a:pt x="8641848" y="1570240"/>
                  <a:pt x="8663776" y="1585590"/>
                </a:cubicBezTo>
                <a:cubicBezTo>
                  <a:pt x="8685704" y="1600940"/>
                  <a:pt x="8703247" y="1209525"/>
                  <a:pt x="8722982" y="1210621"/>
                </a:cubicBezTo>
                <a:cubicBezTo>
                  <a:pt x="8742717" y="1211717"/>
                  <a:pt x="8762452" y="1582302"/>
                  <a:pt x="8782187" y="1592169"/>
                </a:cubicBezTo>
                <a:cubicBezTo>
                  <a:pt x="8801922" y="1602036"/>
                  <a:pt x="8822754" y="1286272"/>
                  <a:pt x="8841393" y="1269826"/>
                </a:cubicBezTo>
                <a:cubicBezTo>
                  <a:pt x="8860032" y="1253380"/>
                  <a:pt x="8879767" y="1489107"/>
                  <a:pt x="8894020" y="1493493"/>
                </a:cubicBezTo>
                <a:cubicBezTo>
                  <a:pt x="8908273" y="1497879"/>
                  <a:pt x="8912659" y="1285176"/>
                  <a:pt x="8926912" y="1296140"/>
                </a:cubicBezTo>
                <a:cubicBezTo>
                  <a:pt x="8941165" y="1307104"/>
                  <a:pt x="8958708" y="1560373"/>
                  <a:pt x="8979540" y="1559277"/>
                </a:cubicBezTo>
                <a:cubicBezTo>
                  <a:pt x="9000372" y="1558181"/>
                  <a:pt x="9028878" y="1292851"/>
                  <a:pt x="9051902" y="1289562"/>
                </a:cubicBezTo>
                <a:cubicBezTo>
                  <a:pt x="9074927" y="1286273"/>
                  <a:pt x="9104530" y="1547216"/>
                  <a:pt x="9117687" y="1539541"/>
                </a:cubicBezTo>
                <a:cubicBezTo>
                  <a:pt x="9130844" y="1531866"/>
                  <a:pt x="9119879" y="1252284"/>
                  <a:pt x="9130843" y="1243513"/>
                </a:cubicBezTo>
                <a:cubicBezTo>
                  <a:pt x="9141807" y="1234742"/>
                  <a:pt x="9168121" y="1495685"/>
                  <a:pt x="9183471" y="1486914"/>
                </a:cubicBezTo>
                <a:cubicBezTo>
                  <a:pt x="9198821" y="1478143"/>
                  <a:pt x="9208688" y="1189789"/>
                  <a:pt x="9222941" y="1190885"/>
                </a:cubicBezTo>
                <a:cubicBezTo>
                  <a:pt x="9237194" y="1191982"/>
                  <a:pt x="9242676" y="1482529"/>
                  <a:pt x="9268990" y="1493493"/>
                </a:cubicBezTo>
                <a:cubicBezTo>
                  <a:pt x="9295304" y="1504457"/>
                  <a:pt x="9347931" y="1273115"/>
                  <a:pt x="9380823" y="1256669"/>
                </a:cubicBezTo>
                <a:cubicBezTo>
                  <a:pt x="9413715" y="1240223"/>
                  <a:pt x="9437837" y="1395912"/>
                  <a:pt x="9466343" y="1394816"/>
                </a:cubicBezTo>
                <a:cubicBezTo>
                  <a:pt x="9494849" y="1393720"/>
                  <a:pt x="9527741" y="1259959"/>
                  <a:pt x="9551862" y="1250091"/>
                </a:cubicBezTo>
                <a:cubicBezTo>
                  <a:pt x="9575983" y="1240223"/>
                  <a:pt x="9584754" y="1332321"/>
                  <a:pt x="9611068" y="1335610"/>
                </a:cubicBezTo>
                <a:cubicBezTo>
                  <a:pt x="9637382" y="1338899"/>
                  <a:pt x="9683430" y="1269826"/>
                  <a:pt x="9709744" y="1269826"/>
                </a:cubicBezTo>
                <a:cubicBezTo>
                  <a:pt x="9736058" y="1269826"/>
                  <a:pt x="9748118" y="1335610"/>
                  <a:pt x="9768950" y="1335610"/>
                </a:cubicBezTo>
                <a:cubicBezTo>
                  <a:pt x="9789782" y="1335610"/>
                  <a:pt x="9814999" y="1272019"/>
                  <a:pt x="9834734" y="1269826"/>
                </a:cubicBezTo>
                <a:cubicBezTo>
                  <a:pt x="9854469" y="1267633"/>
                  <a:pt x="9869819" y="1324647"/>
                  <a:pt x="9887361" y="1322454"/>
                </a:cubicBezTo>
                <a:cubicBezTo>
                  <a:pt x="9904904" y="1320261"/>
                  <a:pt x="9921350" y="1257765"/>
                  <a:pt x="9939989" y="1256669"/>
                </a:cubicBezTo>
                <a:cubicBezTo>
                  <a:pt x="9958628" y="1255573"/>
                  <a:pt x="9981652" y="1314779"/>
                  <a:pt x="9999194" y="1315875"/>
                </a:cubicBezTo>
                <a:cubicBezTo>
                  <a:pt x="10016736" y="1316971"/>
                  <a:pt x="10023315" y="1263248"/>
                  <a:pt x="10045243" y="1263248"/>
                </a:cubicBezTo>
                <a:cubicBezTo>
                  <a:pt x="10067171" y="1263248"/>
                  <a:pt x="10098967" y="1315875"/>
                  <a:pt x="10130763" y="1315875"/>
                </a:cubicBezTo>
                <a:cubicBezTo>
                  <a:pt x="10162559" y="1315875"/>
                  <a:pt x="10203126" y="1265441"/>
                  <a:pt x="10236018" y="1263248"/>
                </a:cubicBezTo>
                <a:cubicBezTo>
                  <a:pt x="10268910" y="1261055"/>
                  <a:pt x="10301801" y="1300525"/>
                  <a:pt x="10328115" y="1302718"/>
                </a:cubicBezTo>
              </a:path>
            </a:pathLst>
          </a:custGeom>
          <a:noFill/>
          <a:ln w="38100">
            <a:gradFill flip="none" rotWithShape="1">
              <a:gsLst>
                <a:gs pos="0">
                  <a:schemeClr val="bg1"/>
                </a:gs>
                <a:gs pos="41000">
                  <a:srgbClr val="FFC000"/>
                </a:gs>
                <a:gs pos="20000">
                  <a:srgbClr val="FFC000"/>
                </a:gs>
                <a:gs pos="100000">
                  <a:schemeClr val="bg1"/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C6B9D6BE-018C-C084-A918-08CD7991D6FB}"/>
              </a:ext>
            </a:extLst>
          </p:cNvPr>
          <p:cNvSpPr/>
          <p:nvPr/>
        </p:nvSpPr>
        <p:spPr>
          <a:xfrm>
            <a:off x="2981468" y="1333632"/>
            <a:ext cx="7074393" cy="2099929"/>
          </a:xfrm>
          <a:custGeom>
            <a:avLst/>
            <a:gdLst>
              <a:gd name="csX0" fmla="*/ 0 w 10341272"/>
              <a:gd name="csY0" fmla="*/ 1303879 h 2582779"/>
              <a:gd name="csX1" fmla="*/ 355235 w 10341272"/>
              <a:gd name="csY1" fmla="*/ 1310457 h 2582779"/>
              <a:gd name="csX2" fmla="*/ 828881 w 10341272"/>
              <a:gd name="csY2" fmla="*/ 1297301 h 2582779"/>
              <a:gd name="csX3" fmla="*/ 1177537 w 10341272"/>
              <a:gd name="csY3" fmla="*/ 1303879 h 2582779"/>
              <a:gd name="csX4" fmla="*/ 1499880 w 10341272"/>
              <a:gd name="csY4" fmla="*/ 1297301 h 2582779"/>
              <a:gd name="csX5" fmla="*/ 1591977 w 10341272"/>
              <a:gd name="csY5" fmla="*/ 1257830 h 2582779"/>
              <a:gd name="csX6" fmla="*/ 1815644 w 10341272"/>
              <a:gd name="csY6" fmla="*/ 1067056 h 2582779"/>
              <a:gd name="csX7" fmla="*/ 1920898 w 10341272"/>
              <a:gd name="csY7" fmla="*/ 751292 h 2582779"/>
              <a:gd name="csX8" fmla="*/ 1927477 w 10341272"/>
              <a:gd name="csY8" fmla="*/ 67137 h 2582779"/>
              <a:gd name="csX9" fmla="*/ 2006418 w 10341272"/>
              <a:gd name="csY9" fmla="*/ 2580092 h 2582779"/>
              <a:gd name="csX10" fmla="*/ 2085359 w 10341272"/>
              <a:gd name="csY10" fmla="*/ 580253 h 2582779"/>
              <a:gd name="csX11" fmla="*/ 2151143 w 10341272"/>
              <a:gd name="csY11" fmla="*/ 1968299 h 2582779"/>
              <a:gd name="csX12" fmla="*/ 2230084 w 10341272"/>
              <a:gd name="csY12" fmla="*/ 896017 h 2582779"/>
              <a:gd name="csX13" fmla="*/ 2322182 w 10341272"/>
              <a:gd name="csY13" fmla="*/ 2014348 h 2582779"/>
              <a:gd name="csX14" fmla="*/ 2394544 w 10341272"/>
              <a:gd name="csY14" fmla="*/ 981537 h 2582779"/>
              <a:gd name="csX15" fmla="*/ 2480064 w 10341272"/>
              <a:gd name="csY15" fmla="*/ 1626222 h 2582779"/>
              <a:gd name="csX16" fmla="*/ 2526113 w 10341272"/>
              <a:gd name="csY16" fmla="*/ 1474918 h 2582779"/>
              <a:gd name="csX17" fmla="*/ 2618211 w 10341272"/>
              <a:gd name="csY17" fmla="*/ 1830152 h 2582779"/>
              <a:gd name="csX18" fmla="*/ 2690573 w 10341272"/>
              <a:gd name="csY18" fmla="*/ 1284144 h 2582779"/>
              <a:gd name="csX19" fmla="*/ 2769514 w 10341272"/>
              <a:gd name="csY19" fmla="*/ 1606486 h 2582779"/>
              <a:gd name="csX20" fmla="*/ 2881347 w 10341272"/>
              <a:gd name="csY20" fmla="*/ 1816996 h 2582779"/>
              <a:gd name="csX21" fmla="*/ 2947131 w 10341272"/>
              <a:gd name="csY21" fmla="*/ 1751211 h 2582779"/>
              <a:gd name="csX22" fmla="*/ 3012916 w 10341272"/>
              <a:gd name="csY22" fmla="*/ 1520967 h 2582779"/>
              <a:gd name="csX23" fmla="*/ 3058965 w 10341272"/>
              <a:gd name="csY23" fmla="*/ 1317036 h 2582779"/>
              <a:gd name="csX24" fmla="*/ 3137906 w 10341272"/>
              <a:gd name="csY24" fmla="*/ 1494653 h 2582779"/>
              <a:gd name="csX25" fmla="*/ 3210268 w 10341272"/>
              <a:gd name="csY25" fmla="*/ 1415712 h 2582779"/>
              <a:gd name="csX26" fmla="*/ 3276052 w 10341272"/>
              <a:gd name="csY26" fmla="*/ 1567016 h 2582779"/>
              <a:gd name="csX27" fmla="*/ 3328680 w 10341272"/>
              <a:gd name="csY27" fmla="*/ 1336771 h 2582779"/>
              <a:gd name="csX28" fmla="*/ 3420777 w 10341272"/>
              <a:gd name="csY28" fmla="*/ 1547281 h 2582779"/>
              <a:gd name="csX29" fmla="*/ 3460248 w 10341272"/>
              <a:gd name="csY29" fmla="*/ 1317036 h 2582779"/>
              <a:gd name="csX30" fmla="*/ 3552346 w 10341272"/>
              <a:gd name="csY30" fmla="*/ 1224938 h 2582779"/>
              <a:gd name="csX31" fmla="*/ 3558924 w 10341272"/>
              <a:gd name="csY31" fmla="*/ 1027586 h 2582779"/>
              <a:gd name="csX32" fmla="*/ 3624708 w 10341272"/>
              <a:gd name="csY32" fmla="*/ 1185468 h 2582779"/>
              <a:gd name="csX33" fmla="*/ 3716806 w 10341272"/>
              <a:gd name="csY33" fmla="*/ 1093370 h 2582779"/>
              <a:gd name="csX34" fmla="*/ 3729963 w 10341272"/>
              <a:gd name="csY34" fmla="*/ 1231516 h 2582779"/>
              <a:gd name="csX35" fmla="*/ 3795747 w 10341272"/>
              <a:gd name="csY35" fmla="*/ 1567016 h 2582779"/>
              <a:gd name="csX36" fmla="*/ 3927316 w 10341272"/>
              <a:gd name="csY36" fmla="*/ 1481496 h 2582779"/>
              <a:gd name="csX37" fmla="*/ 4072041 w 10341272"/>
              <a:gd name="csY37" fmla="*/ 1586751 h 2582779"/>
              <a:gd name="csX38" fmla="*/ 4269393 w 10341272"/>
              <a:gd name="csY38" fmla="*/ 1586751 h 2582779"/>
              <a:gd name="csX39" fmla="*/ 4499638 w 10341272"/>
              <a:gd name="csY39" fmla="*/ 1540702 h 2582779"/>
              <a:gd name="csX40" fmla="*/ 4716726 w 10341272"/>
              <a:gd name="csY40" fmla="*/ 1481496 h 2582779"/>
              <a:gd name="csX41" fmla="*/ 4802245 w 10341272"/>
              <a:gd name="csY41" fmla="*/ 1152575 h 2582779"/>
              <a:gd name="csX42" fmla="*/ 4999598 w 10341272"/>
              <a:gd name="csY42" fmla="*/ 1145997 h 2582779"/>
              <a:gd name="csX43" fmla="*/ 5190372 w 10341272"/>
              <a:gd name="csY43" fmla="*/ 1402555 h 2582779"/>
              <a:gd name="csX44" fmla="*/ 5335097 w 10341272"/>
              <a:gd name="csY44" fmla="*/ 1442026 h 2582779"/>
              <a:gd name="csX45" fmla="*/ 5446930 w 10341272"/>
              <a:gd name="csY45" fmla="*/ 1099948 h 2582779"/>
              <a:gd name="csX46" fmla="*/ 5585077 w 10341272"/>
              <a:gd name="csY46" fmla="*/ 1369663 h 2582779"/>
              <a:gd name="csX47" fmla="*/ 5749537 w 10341272"/>
              <a:gd name="csY47" fmla="*/ 1573594 h 2582779"/>
              <a:gd name="csX48" fmla="*/ 5946890 w 10341272"/>
              <a:gd name="csY48" fmla="*/ 1797260 h 2582779"/>
              <a:gd name="csX49" fmla="*/ 6131085 w 10341272"/>
              <a:gd name="csY49" fmla="*/ 1869623 h 2582779"/>
              <a:gd name="csX50" fmla="*/ 6223183 w 10341272"/>
              <a:gd name="csY50" fmla="*/ 1652535 h 2582779"/>
              <a:gd name="csX51" fmla="*/ 6321859 w 10341272"/>
              <a:gd name="csY51" fmla="*/ 1468339 h 2582779"/>
              <a:gd name="csX52" fmla="*/ 6663937 w 10341272"/>
              <a:gd name="csY52" fmla="*/ 1494653 h 2582779"/>
              <a:gd name="csX53" fmla="*/ 6821819 w 10341272"/>
              <a:gd name="csY53" fmla="*/ 1382820 h 2582779"/>
              <a:gd name="csX54" fmla="*/ 6920495 w 10341272"/>
              <a:gd name="csY54" fmla="*/ 1198624 h 2582779"/>
              <a:gd name="csX55" fmla="*/ 7065221 w 10341272"/>
              <a:gd name="csY55" fmla="*/ 1145997 h 2582779"/>
              <a:gd name="csX56" fmla="*/ 7255995 w 10341272"/>
              <a:gd name="csY56" fmla="*/ 1198624 h 2582779"/>
              <a:gd name="csX57" fmla="*/ 7302044 w 10341272"/>
              <a:gd name="csY57" fmla="*/ 1323614 h 2582779"/>
              <a:gd name="csX58" fmla="*/ 7427034 w 10341272"/>
              <a:gd name="csY58" fmla="*/ 1376242 h 2582779"/>
              <a:gd name="csX59" fmla="*/ 7473082 w 10341272"/>
              <a:gd name="csY59" fmla="*/ 1593329 h 2582779"/>
              <a:gd name="csX60" fmla="*/ 7617808 w 10341272"/>
              <a:gd name="csY60" fmla="*/ 1645957 h 2582779"/>
              <a:gd name="csX61" fmla="*/ 7999356 w 10341272"/>
              <a:gd name="csY61" fmla="*/ 1514388 h 2582779"/>
              <a:gd name="csX62" fmla="*/ 8275649 w 10341272"/>
              <a:gd name="csY62" fmla="*/ 1613065 h 2582779"/>
              <a:gd name="csX63" fmla="*/ 8499316 w 10341272"/>
              <a:gd name="csY63" fmla="*/ 1442026 h 2582779"/>
              <a:gd name="csX64" fmla="*/ 8841393 w 10341272"/>
              <a:gd name="csY64" fmla="*/ 1428869 h 2582779"/>
              <a:gd name="csX65" fmla="*/ 9071638 w 10341272"/>
              <a:gd name="csY65" fmla="*/ 1290722 h 2582779"/>
              <a:gd name="csX66" fmla="*/ 9216363 w 10341272"/>
              <a:gd name="csY66" fmla="*/ 1409134 h 2582779"/>
              <a:gd name="csX67" fmla="*/ 9459765 w 10341272"/>
              <a:gd name="csY67" fmla="*/ 1395977 h 2582779"/>
              <a:gd name="csX68" fmla="*/ 9729480 w 10341272"/>
              <a:gd name="csY68" fmla="*/ 1613065 h 2582779"/>
              <a:gd name="csX69" fmla="*/ 9887362 w 10341272"/>
              <a:gd name="csY69" fmla="*/ 1507810 h 2582779"/>
              <a:gd name="csX70" fmla="*/ 10130763 w 10341272"/>
              <a:gd name="csY70" fmla="*/ 1626222 h 2582779"/>
              <a:gd name="csX71" fmla="*/ 10341272 w 10341272"/>
              <a:gd name="csY71" fmla="*/ 1323614 h 25827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10341272" h="2582779">
                <a:moveTo>
                  <a:pt x="0" y="1303879"/>
                </a:moveTo>
                <a:cubicBezTo>
                  <a:pt x="108544" y="1307716"/>
                  <a:pt x="217088" y="1311553"/>
                  <a:pt x="355235" y="1310457"/>
                </a:cubicBezTo>
                <a:cubicBezTo>
                  <a:pt x="493382" y="1309361"/>
                  <a:pt x="691831" y="1298397"/>
                  <a:pt x="828881" y="1297301"/>
                </a:cubicBezTo>
                <a:cubicBezTo>
                  <a:pt x="965931" y="1296205"/>
                  <a:pt x="1065704" y="1303879"/>
                  <a:pt x="1177537" y="1303879"/>
                </a:cubicBezTo>
                <a:cubicBezTo>
                  <a:pt x="1289370" y="1303879"/>
                  <a:pt x="1430807" y="1304976"/>
                  <a:pt x="1499880" y="1297301"/>
                </a:cubicBezTo>
                <a:cubicBezTo>
                  <a:pt x="1568953" y="1289626"/>
                  <a:pt x="1539350" y="1296204"/>
                  <a:pt x="1591977" y="1257830"/>
                </a:cubicBezTo>
                <a:cubicBezTo>
                  <a:pt x="1644604" y="1219456"/>
                  <a:pt x="1760824" y="1151479"/>
                  <a:pt x="1815644" y="1067056"/>
                </a:cubicBezTo>
                <a:cubicBezTo>
                  <a:pt x="1870464" y="982633"/>
                  <a:pt x="1902259" y="917945"/>
                  <a:pt x="1920898" y="751292"/>
                </a:cubicBezTo>
                <a:cubicBezTo>
                  <a:pt x="1939537" y="584639"/>
                  <a:pt x="1913224" y="-237663"/>
                  <a:pt x="1927477" y="67137"/>
                </a:cubicBezTo>
                <a:cubicBezTo>
                  <a:pt x="1941730" y="371937"/>
                  <a:pt x="1980104" y="2494573"/>
                  <a:pt x="2006418" y="2580092"/>
                </a:cubicBezTo>
                <a:cubicBezTo>
                  <a:pt x="2032732" y="2665611"/>
                  <a:pt x="2061238" y="682218"/>
                  <a:pt x="2085359" y="580253"/>
                </a:cubicBezTo>
                <a:cubicBezTo>
                  <a:pt x="2109480" y="478287"/>
                  <a:pt x="2127022" y="1915672"/>
                  <a:pt x="2151143" y="1968299"/>
                </a:cubicBezTo>
                <a:cubicBezTo>
                  <a:pt x="2175264" y="2020926"/>
                  <a:pt x="2201578" y="888342"/>
                  <a:pt x="2230084" y="896017"/>
                </a:cubicBezTo>
                <a:cubicBezTo>
                  <a:pt x="2258590" y="903692"/>
                  <a:pt x="2294772" y="2000095"/>
                  <a:pt x="2322182" y="2014348"/>
                </a:cubicBezTo>
                <a:cubicBezTo>
                  <a:pt x="2349592" y="2028601"/>
                  <a:pt x="2368230" y="1046225"/>
                  <a:pt x="2394544" y="981537"/>
                </a:cubicBezTo>
                <a:cubicBezTo>
                  <a:pt x="2420858" y="916849"/>
                  <a:pt x="2458136" y="1543992"/>
                  <a:pt x="2480064" y="1626222"/>
                </a:cubicBezTo>
                <a:cubicBezTo>
                  <a:pt x="2501992" y="1708452"/>
                  <a:pt x="2503089" y="1440930"/>
                  <a:pt x="2526113" y="1474918"/>
                </a:cubicBezTo>
                <a:cubicBezTo>
                  <a:pt x="2549138" y="1508906"/>
                  <a:pt x="2590801" y="1861948"/>
                  <a:pt x="2618211" y="1830152"/>
                </a:cubicBezTo>
                <a:cubicBezTo>
                  <a:pt x="2645621" y="1798356"/>
                  <a:pt x="2665356" y="1321422"/>
                  <a:pt x="2690573" y="1284144"/>
                </a:cubicBezTo>
                <a:cubicBezTo>
                  <a:pt x="2715790" y="1246866"/>
                  <a:pt x="2737718" y="1517677"/>
                  <a:pt x="2769514" y="1606486"/>
                </a:cubicBezTo>
                <a:cubicBezTo>
                  <a:pt x="2801310" y="1695295"/>
                  <a:pt x="2851744" y="1792875"/>
                  <a:pt x="2881347" y="1816996"/>
                </a:cubicBezTo>
                <a:cubicBezTo>
                  <a:pt x="2910950" y="1841117"/>
                  <a:pt x="2925203" y="1800549"/>
                  <a:pt x="2947131" y="1751211"/>
                </a:cubicBezTo>
                <a:cubicBezTo>
                  <a:pt x="2969059" y="1701873"/>
                  <a:pt x="2994277" y="1593329"/>
                  <a:pt x="3012916" y="1520967"/>
                </a:cubicBezTo>
                <a:cubicBezTo>
                  <a:pt x="3031555" y="1448605"/>
                  <a:pt x="3038133" y="1321422"/>
                  <a:pt x="3058965" y="1317036"/>
                </a:cubicBezTo>
                <a:cubicBezTo>
                  <a:pt x="3079797" y="1312650"/>
                  <a:pt x="3112689" y="1478207"/>
                  <a:pt x="3137906" y="1494653"/>
                </a:cubicBezTo>
                <a:cubicBezTo>
                  <a:pt x="3163123" y="1511099"/>
                  <a:pt x="3187244" y="1403652"/>
                  <a:pt x="3210268" y="1415712"/>
                </a:cubicBezTo>
                <a:cubicBezTo>
                  <a:pt x="3233292" y="1427773"/>
                  <a:pt x="3256317" y="1580173"/>
                  <a:pt x="3276052" y="1567016"/>
                </a:cubicBezTo>
                <a:cubicBezTo>
                  <a:pt x="3295787" y="1553859"/>
                  <a:pt x="3304559" y="1340060"/>
                  <a:pt x="3328680" y="1336771"/>
                </a:cubicBezTo>
                <a:cubicBezTo>
                  <a:pt x="3352801" y="1333482"/>
                  <a:pt x="3398849" y="1550570"/>
                  <a:pt x="3420777" y="1547281"/>
                </a:cubicBezTo>
                <a:cubicBezTo>
                  <a:pt x="3442705" y="1543992"/>
                  <a:pt x="3438320" y="1370760"/>
                  <a:pt x="3460248" y="1317036"/>
                </a:cubicBezTo>
                <a:cubicBezTo>
                  <a:pt x="3482176" y="1263312"/>
                  <a:pt x="3535900" y="1273180"/>
                  <a:pt x="3552346" y="1224938"/>
                </a:cubicBezTo>
                <a:cubicBezTo>
                  <a:pt x="3568792" y="1176696"/>
                  <a:pt x="3546864" y="1034164"/>
                  <a:pt x="3558924" y="1027586"/>
                </a:cubicBezTo>
                <a:cubicBezTo>
                  <a:pt x="3570984" y="1021008"/>
                  <a:pt x="3598394" y="1174504"/>
                  <a:pt x="3624708" y="1185468"/>
                </a:cubicBezTo>
                <a:cubicBezTo>
                  <a:pt x="3651022" y="1196432"/>
                  <a:pt x="3699264" y="1085695"/>
                  <a:pt x="3716806" y="1093370"/>
                </a:cubicBezTo>
                <a:cubicBezTo>
                  <a:pt x="3734348" y="1101045"/>
                  <a:pt x="3716806" y="1152575"/>
                  <a:pt x="3729963" y="1231516"/>
                </a:cubicBezTo>
                <a:cubicBezTo>
                  <a:pt x="3743120" y="1310457"/>
                  <a:pt x="3762855" y="1525353"/>
                  <a:pt x="3795747" y="1567016"/>
                </a:cubicBezTo>
                <a:cubicBezTo>
                  <a:pt x="3828639" y="1608679"/>
                  <a:pt x="3881267" y="1478207"/>
                  <a:pt x="3927316" y="1481496"/>
                </a:cubicBezTo>
                <a:cubicBezTo>
                  <a:pt x="3973365" y="1484785"/>
                  <a:pt x="4015028" y="1569209"/>
                  <a:pt x="4072041" y="1586751"/>
                </a:cubicBezTo>
                <a:cubicBezTo>
                  <a:pt x="4129054" y="1604293"/>
                  <a:pt x="4198127" y="1594426"/>
                  <a:pt x="4269393" y="1586751"/>
                </a:cubicBezTo>
                <a:cubicBezTo>
                  <a:pt x="4340659" y="1579076"/>
                  <a:pt x="4425083" y="1558244"/>
                  <a:pt x="4499638" y="1540702"/>
                </a:cubicBezTo>
                <a:cubicBezTo>
                  <a:pt x="4574193" y="1523160"/>
                  <a:pt x="4666292" y="1546184"/>
                  <a:pt x="4716726" y="1481496"/>
                </a:cubicBezTo>
                <a:cubicBezTo>
                  <a:pt x="4767160" y="1416808"/>
                  <a:pt x="4755100" y="1208491"/>
                  <a:pt x="4802245" y="1152575"/>
                </a:cubicBezTo>
                <a:cubicBezTo>
                  <a:pt x="4849390" y="1096658"/>
                  <a:pt x="4934910" y="1104334"/>
                  <a:pt x="4999598" y="1145997"/>
                </a:cubicBezTo>
                <a:cubicBezTo>
                  <a:pt x="5064286" y="1187660"/>
                  <a:pt x="5134456" y="1353217"/>
                  <a:pt x="5190372" y="1402555"/>
                </a:cubicBezTo>
                <a:cubicBezTo>
                  <a:pt x="5246288" y="1451893"/>
                  <a:pt x="5292337" y="1492460"/>
                  <a:pt x="5335097" y="1442026"/>
                </a:cubicBezTo>
                <a:cubicBezTo>
                  <a:pt x="5377857" y="1391592"/>
                  <a:pt x="5405267" y="1112008"/>
                  <a:pt x="5446930" y="1099948"/>
                </a:cubicBezTo>
                <a:cubicBezTo>
                  <a:pt x="5488593" y="1087888"/>
                  <a:pt x="5534643" y="1290722"/>
                  <a:pt x="5585077" y="1369663"/>
                </a:cubicBezTo>
                <a:cubicBezTo>
                  <a:pt x="5635511" y="1448604"/>
                  <a:pt x="5689235" y="1502328"/>
                  <a:pt x="5749537" y="1573594"/>
                </a:cubicBezTo>
                <a:cubicBezTo>
                  <a:pt x="5809839" y="1644860"/>
                  <a:pt x="5883299" y="1747922"/>
                  <a:pt x="5946890" y="1797260"/>
                </a:cubicBezTo>
                <a:cubicBezTo>
                  <a:pt x="6010481" y="1846598"/>
                  <a:pt x="6085036" y="1893744"/>
                  <a:pt x="6131085" y="1869623"/>
                </a:cubicBezTo>
                <a:cubicBezTo>
                  <a:pt x="6177134" y="1845502"/>
                  <a:pt x="6191387" y="1719416"/>
                  <a:pt x="6223183" y="1652535"/>
                </a:cubicBezTo>
                <a:cubicBezTo>
                  <a:pt x="6254979" y="1585654"/>
                  <a:pt x="6248400" y="1494653"/>
                  <a:pt x="6321859" y="1468339"/>
                </a:cubicBezTo>
                <a:cubicBezTo>
                  <a:pt x="6395318" y="1442025"/>
                  <a:pt x="6580610" y="1508906"/>
                  <a:pt x="6663937" y="1494653"/>
                </a:cubicBezTo>
                <a:cubicBezTo>
                  <a:pt x="6747264" y="1480400"/>
                  <a:pt x="6779059" y="1432158"/>
                  <a:pt x="6821819" y="1382820"/>
                </a:cubicBezTo>
                <a:cubicBezTo>
                  <a:pt x="6864579" y="1333482"/>
                  <a:pt x="6879928" y="1238094"/>
                  <a:pt x="6920495" y="1198624"/>
                </a:cubicBezTo>
                <a:cubicBezTo>
                  <a:pt x="6961062" y="1159154"/>
                  <a:pt x="7009304" y="1145997"/>
                  <a:pt x="7065221" y="1145997"/>
                </a:cubicBezTo>
                <a:cubicBezTo>
                  <a:pt x="7121138" y="1145997"/>
                  <a:pt x="7216525" y="1169021"/>
                  <a:pt x="7255995" y="1198624"/>
                </a:cubicBezTo>
                <a:cubicBezTo>
                  <a:pt x="7295465" y="1228227"/>
                  <a:pt x="7273538" y="1294011"/>
                  <a:pt x="7302044" y="1323614"/>
                </a:cubicBezTo>
                <a:cubicBezTo>
                  <a:pt x="7330551" y="1353217"/>
                  <a:pt x="7398528" y="1331290"/>
                  <a:pt x="7427034" y="1376242"/>
                </a:cubicBezTo>
                <a:cubicBezTo>
                  <a:pt x="7455540" y="1421194"/>
                  <a:pt x="7441286" y="1548377"/>
                  <a:pt x="7473082" y="1593329"/>
                </a:cubicBezTo>
                <a:cubicBezTo>
                  <a:pt x="7504878" y="1638282"/>
                  <a:pt x="7530096" y="1659114"/>
                  <a:pt x="7617808" y="1645957"/>
                </a:cubicBezTo>
                <a:cubicBezTo>
                  <a:pt x="7705520" y="1632800"/>
                  <a:pt x="7889716" y="1519870"/>
                  <a:pt x="7999356" y="1514388"/>
                </a:cubicBezTo>
                <a:cubicBezTo>
                  <a:pt x="8108996" y="1508906"/>
                  <a:pt x="8192322" y="1625125"/>
                  <a:pt x="8275649" y="1613065"/>
                </a:cubicBezTo>
                <a:cubicBezTo>
                  <a:pt x="8358976" y="1601005"/>
                  <a:pt x="8405025" y="1472725"/>
                  <a:pt x="8499316" y="1442026"/>
                </a:cubicBezTo>
                <a:cubicBezTo>
                  <a:pt x="8593607" y="1411327"/>
                  <a:pt x="8746006" y="1454086"/>
                  <a:pt x="8841393" y="1428869"/>
                </a:cubicBezTo>
                <a:cubicBezTo>
                  <a:pt x="8936780" y="1403652"/>
                  <a:pt x="9009143" y="1294011"/>
                  <a:pt x="9071638" y="1290722"/>
                </a:cubicBezTo>
                <a:cubicBezTo>
                  <a:pt x="9134133" y="1287433"/>
                  <a:pt x="9151675" y="1391592"/>
                  <a:pt x="9216363" y="1409134"/>
                </a:cubicBezTo>
                <a:cubicBezTo>
                  <a:pt x="9281051" y="1426676"/>
                  <a:pt x="9374246" y="1361989"/>
                  <a:pt x="9459765" y="1395977"/>
                </a:cubicBezTo>
                <a:cubicBezTo>
                  <a:pt x="9545285" y="1429966"/>
                  <a:pt x="9658214" y="1594426"/>
                  <a:pt x="9729480" y="1613065"/>
                </a:cubicBezTo>
                <a:cubicBezTo>
                  <a:pt x="9800746" y="1631704"/>
                  <a:pt x="9820482" y="1505617"/>
                  <a:pt x="9887362" y="1507810"/>
                </a:cubicBezTo>
                <a:cubicBezTo>
                  <a:pt x="9954242" y="1510003"/>
                  <a:pt x="10055111" y="1656921"/>
                  <a:pt x="10130763" y="1626222"/>
                </a:cubicBezTo>
                <a:cubicBezTo>
                  <a:pt x="10206415" y="1595523"/>
                  <a:pt x="10273843" y="1459568"/>
                  <a:pt x="10341272" y="1323614"/>
                </a:cubicBezTo>
              </a:path>
            </a:pathLst>
          </a:custGeom>
          <a:noFill/>
          <a:ln w="381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37000">
                  <a:schemeClr val="accent4"/>
                </a:gs>
                <a:gs pos="24000">
                  <a:schemeClr val="accent4"/>
                </a:gs>
                <a:gs pos="100000">
                  <a:schemeClr val="bg1"/>
                </a:gs>
              </a:gsLst>
              <a:lin ang="0" scaled="1"/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76D82392-BF31-4236-B7D6-A62427EB0F72}"/>
              </a:ext>
            </a:extLst>
          </p:cNvPr>
          <p:cNvSpPr/>
          <p:nvPr/>
        </p:nvSpPr>
        <p:spPr>
          <a:xfrm>
            <a:off x="1492714" y="440037"/>
            <a:ext cx="6694672" cy="1892891"/>
          </a:xfrm>
          <a:custGeom>
            <a:avLst/>
            <a:gdLst>
              <a:gd name="csX0" fmla="*/ 0 w 4926169"/>
              <a:gd name="csY0" fmla="*/ 1436043 h 3583892"/>
              <a:gd name="csX1" fmla="*/ 379927 w 4926169"/>
              <a:gd name="csY1" fmla="*/ 2601581 h 3583892"/>
              <a:gd name="csX2" fmla="*/ 824248 w 4926169"/>
              <a:gd name="csY2" fmla="*/ 1172026 h 3583892"/>
              <a:gd name="csX3" fmla="*/ 1223493 w 4926169"/>
              <a:gd name="csY3" fmla="*/ 2665975 h 3583892"/>
              <a:gd name="csX4" fmla="*/ 1596981 w 4926169"/>
              <a:gd name="csY4" fmla="*/ 1062555 h 3583892"/>
              <a:gd name="csX5" fmla="*/ 1957589 w 4926169"/>
              <a:gd name="csY5" fmla="*/ 2846279 h 3583892"/>
              <a:gd name="csX6" fmla="*/ 2286000 w 4926169"/>
              <a:gd name="csY6" fmla="*/ 895130 h 3583892"/>
              <a:gd name="csX7" fmla="*/ 2582214 w 4926169"/>
              <a:gd name="csY7" fmla="*/ 3058781 h 3583892"/>
              <a:gd name="csX8" fmla="*/ 2839792 w 4926169"/>
              <a:gd name="csY8" fmla="*/ 618234 h 3583892"/>
              <a:gd name="csX9" fmla="*/ 3071612 w 4926169"/>
              <a:gd name="csY9" fmla="*/ 3284161 h 3583892"/>
              <a:gd name="csX10" fmla="*/ 3251916 w 4926169"/>
              <a:gd name="csY10" fmla="*/ 334899 h 3583892"/>
              <a:gd name="csX11" fmla="*/ 3412902 w 4926169"/>
              <a:gd name="csY11" fmla="*/ 3490223 h 3583892"/>
              <a:gd name="csX12" fmla="*/ 3528812 w 4926169"/>
              <a:gd name="csY12" fmla="*/ 48 h 3583892"/>
              <a:gd name="csX13" fmla="*/ 3625403 w 4926169"/>
              <a:gd name="csY13" fmla="*/ 3580375 h 3583892"/>
              <a:gd name="csX14" fmla="*/ 3683358 w 4926169"/>
              <a:gd name="csY14" fmla="*/ 701947 h 3583892"/>
              <a:gd name="csX15" fmla="*/ 3754192 w 4926169"/>
              <a:gd name="csY15" fmla="*/ 2640217 h 3583892"/>
              <a:gd name="csX16" fmla="*/ 3837904 w 4926169"/>
              <a:gd name="csY16" fmla="*/ 1584150 h 3583892"/>
              <a:gd name="csX17" fmla="*/ 3895859 w 4926169"/>
              <a:gd name="csY17" fmla="*/ 2112184 h 3583892"/>
              <a:gd name="csX18" fmla="*/ 3947375 w 4926169"/>
              <a:gd name="csY18" fmla="*/ 1790212 h 3583892"/>
              <a:gd name="csX19" fmla="*/ 4024648 w 4926169"/>
              <a:gd name="csY19" fmla="*/ 2002713 h 3583892"/>
              <a:gd name="csX20" fmla="*/ 4082603 w 4926169"/>
              <a:gd name="csY20" fmla="*/ 1867485 h 3583892"/>
              <a:gd name="csX21" fmla="*/ 4153437 w 4926169"/>
              <a:gd name="csY21" fmla="*/ 1970516 h 3583892"/>
              <a:gd name="csX22" fmla="*/ 4217831 w 4926169"/>
              <a:gd name="csY22" fmla="*/ 1906122 h 3583892"/>
              <a:gd name="csX23" fmla="*/ 4295104 w 4926169"/>
              <a:gd name="csY23" fmla="*/ 1944758 h 3583892"/>
              <a:gd name="csX24" fmla="*/ 4353059 w 4926169"/>
              <a:gd name="csY24" fmla="*/ 1906122 h 3583892"/>
              <a:gd name="csX25" fmla="*/ 4443212 w 4926169"/>
              <a:gd name="csY25" fmla="*/ 1944758 h 3583892"/>
              <a:gd name="csX26" fmla="*/ 4501166 w 4926169"/>
              <a:gd name="csY26" fmla="*/ 1912561 h 3583892"/>
              <a:gd name="csX27" fmla="*/ 4578440 w 4926169"/>
              <a:gd name="csY27" fmla="*/ 1931879 h 3583892"/>
              <a:gd name="csX28" fmla="*/ 4642834 w 4926169"/>
              <a:gd name="csY28" fmla="*/ 1893243 h 3583892"/>
              <a:gd name="csX29" fmla="*/ 4694350 w 4926169"/>
              <a:gd name="csY29" fmla="*/ 1931879 h 3583892"/>
              <a:gd name="csX30" fmla="*/ 4765183 w 4926169"/>
              <a:gd name="csY30" fmla="*/ 1893243 h 3583892"/>
              <a:gd name="csX31" fmla="*/ 4829578 w 4926169"/>
              <a:gd name="csY31" fmla="*/ 1925440 h 3583892"/>
              <a:gd name="csX32" fmla="*/ 4926169 w 4926169"/>
              <a:gd name="csY32" fmla="*/ 1893243 h 3583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4926169" h="3583892">
                <a:moveTo>
                  <a:pt x="0" y="1436043"/>
                </a:moveTo>
                <a:cubicBezTo>
                  <a:pt x="121276" y="2040813"/>
                  <a:pt x="242552" y="2645584"/>
                  <a:pt x="379927" y="2601581"/>
                </a:cubicBezTo>
                <a:cubicBezTo>
                  <a:pt x="517302" y="2557578"/>
                  <a:pt x="683654" y="1161294"/>
                  <a:pt x="824248" y="1172026"/>
                </a:cubicBezTo>
                <a:cubicBezTo>
                  <a:pt x="964842" y="1182758"/>
                  <a:pt x="1094704" y="2684220"/>
                  <a:pt x="1223493" y="2665975"/>
                </a:cubicBezTo>
                <a:cubicBezTo>
                  <a:pt x="1352282" y="2647730"/>
                  <a:pt x="1474632" y="1032504"/>
                  <a:pt x="1596981" y="1062555"/>
                </a:cubicBezTo>
                <a:cubicBezTo>
                  <a:pt x="1719330" y="1092606"/>
                  <a:pt x="1842753" y="2874183"/>
                  <a:pt x="1957589" y="2846279"/>
                </a:cubicBezTo>
                <a:cubicBezTo>
                  <a:pt x="2072425" y="2818375"/>
                  <a:pt x="2181896" y="859713"/>
                  <a:pt x="2286000" y="895130"/>
                </a:cubicBezTo>
                <a:cubicBezTo>
                  <a:pt x="2390104" y="930547"/>
                  <a:pt x="2489915" y="3104930"/>
                  <a:pt x="2582214" y="3058781"/>
                </a:cubicBezTo>
                <a:cubicBezTo>
                  <a:pt x="2674513" y="3012632"/>
                  <a:pt x="2758226" y="580671"/>
                  <a:pt x="2839792" y="618234"/>
                </a:cubicBezTo>
                <a:cubicBezTo>
                  <a:pt x="2921358" y="655797"/>
                  <a:pt x="3002925" y="3331384"/>
                  <a:pt x="3071612" y="3284161"/>
                </a:cubicBezTo>
                <a:cubicBezTo>
                  <a:pt x="3140299" y="3236939"/>
                  <a:pt x="3195034" y="300555"/>
                  <a:pt x="3251916" y="334899"/>
                </a:cubicBezTo>
                <a:cubicBezTo>
                  <a:pt x="3308798" y="369243"/>
                  <a:pt x="3366753" y="3546031"/>
                  <a:pt x="3412902" y="3490223"/>
                </a:cubicBezTo>
                <a:cubicBezTo>
                  <a:pt x="3459051" y="3434415"/>
                  <a:pt x="3493395" y="-14977"/>
                  <a:pt x="3528812" y="48"/>
                </a:cubicBezTo>
                <a:cubicBezTo>
                  <a:pt x="3564229" y="15073"/>
                  <a:pt x="3599645" y="3463392"/>
                  <a:pt x="3625403" y="3580375"/>
                </a:cubicBezTo>
                <a:cubicBezTo>
                  <a:pt x="3651161" y="3697358"/>
                  <a:pt x="3661893" y="858640"/>
                  <a:pt x="3683358" y="701947"/>
                </a:cubicBezTo>
                <a:cubicBezTo>
                  <a:pt x="3704823" y="545254"/>
                  <a:pt x="3728434" y="2493183"/>
                  <a:pt x="3754192" y="2640217"/>
                </a:cubicBezTo>
                <a:cubicBezTo>
                  <a:pt x="3779950" y="2787251"/>
                  <a:pt x="3814293" y="1672156"/>
                  <a:pt x="3837904" y="1584150"/>
                </a:cubicBezTo>
                <a:cubicBezTo>
                  <a:pt x="3861515" y="1496144"/>
                  <a:pt x="3877614" y="2077840"/>
                  <a:pt x="3895859" y="2112184"/>
                </a:cubicBezTo>
                <a:cubicBezTo>
                  <a:pt x="3914104" y="2146528"/>
                  <a:pt x="3925910" y="1808457"/>
                  <a:pt x="3947375" y="1790212"/>
                </a:cubicBezTo>
                <a:cubicBezTo>
                  <a:pt x="3968840" y="1771967"/>
                  <a:pt x="4002110" y="1989834"/>
                  <a:pt x="4024648" y="2002713"/>
                </a:cubicBezTo>
                <a:cubicBezTo>
                  <a:pt x="4047186" y="2015592"/>
                  <a:pt x="4061138" y="1872851"/>
                  <a:pt x="4082603" y="1867485"/>
                </a:cubicBezTo>
                <a:cubicBezTo>
                  <a:pt x="4104068" y="1862119"/>
                  <a:pt x="4130899" y="1964077"/>
                  <a:pt x="4153437" y="1970516"/>
                </a:cubicBezTo>
                <a:cubicBezTo>
                  <a:pt x="4175975" y="1976955"/>
                  <a:pt x="4194220" y="1910415"/>
                  <a:pt x="4217831" y="1906122"/>
                </a:cubicBezTo>
                <a:cubicBezTo>
                  <a:pt x="4241442" y="1901829"/>
                  <a:pt x="4272566" y="1944758"/>
                  <a:pt x="4295104" y="1944758"/>
                </a:cubicBezTo>
                <a:cubicBezTo>
                  <a:pt x="4317642" y="1944758"/>
                  <a:pt x="4328374" y="1906122"/>
                  <a:pt x="4353059" y="1906122"/>
                </a:cubicBezTo>
                <a:cubicBezTo>
                  <a:pt x="4377744" y="1906122"/>
                  <a:pt x="4418528" y="1943685"/>
                  <a:pt x="4443212" y="1944758"/>
                </a:cubicBezTo>
                <a:cubicBezTo>
                  <a:pt x="4467896" y="1945831"/>
                  <a:pt x="4478628" y="1914707"/>
                  <a:pt x="4501166" y="1912561"/>
                </a:cubicBezTo>
                <a:cubicBezTo>
                  <a:pt x="4523704" y="1910415"/>
                  <a:pt x="4554829" y="1935099"/>
                  <a:pt x="4578440" y="1931879"/>
                </a:cubicBezTo>
                <a:cubicBezTo>
                  <a:pt x="4602051" y="1928659"/>
                  <a:pt x="4623516" y="1893243"/>
                  <a:pt x="4642834" y="1893243"/>
                </a:cubicBezTo>
                <a:cubicBezTo>
                  <a:pt x="4662152" y="1893243"/>
                  <a:pt x="4673959" y="1931879"/>
                  <a:pt x="4694350" y="1931879"/>
                </a:cubicBezTo>
                <a:cubicBezTo>
                  <a:pt x="4714741" y="1931879"/>
                  <a:pt x="4742645" y="1894316"/>
                  <a:pt x="4765183" y="1893243"/>
                </a:cubicBezTo>
                <a:cubicBezTo>
                  <a:pt x="4787721" y="1892170"/>
                  <a:pt x="4802747" y="1925440"/>
                  <a:pt x="4829578" y="1925440"/>
                </a:cubicBezTo>
                <a:cubicBezTo>
                  <a:pt x="4856409" y="1925440"/>
                  <a:pt x="4891289" y="1909341"/>
                  <a:pt x="4926169" y="1893243"/>
                </a:cubicBezTo>
              </a:path>
            </a:pathLst>
          </a:custGeom>
          <a:noFill/>
          <a:ln w="76200" cap="sq">
            <a:gradFill flip="none" rotWithShape="1">
              <a:gsLst>
                <a:gs pos="24000">
                  <a:srgbClr val="FF0000"/>
                </a:gs>
                <a:gs pos="0">
                  <a:schemeClr val="bg1"/>
                </a:gs>
                <a:gs pos="81000">
                  <a:srgbClr val="FF0000"/>
                </a:gs>
                <a:gs pos="100000">
                  <a:schemeClr val="bg1"/>
                </a:gs>
              </a:gsLst>
              <a:lin ang="0" scaled="1"/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00EFE5F5-85F5-212F-26C6-B649D31A5D48}"/>
                  </a:ext>
                </a:extLst>
              </p:cNvPr>
              <p:cNvSpPr txBox="1"/>
              <p:nvPr/>
            </p:nvSpPr>
            <p:spPr>
              <a:xfrm>
                <a:off x="1043920" y="2770746"/>
                <a:ext cx="10225876" cy="35086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200" dirty="0">
                    <a:ln>
                      <a:solidFill>
                        <a:schemeClr val="tx1"/>
                      </a:solidFill>
                    </a:ln>
                    <a:solidFill>
                      <a:srgbClr val="6E6E6E"/>
                    </a:solidFill>
                    <a:latin typeface="PT mono" panose="02060509020205020204" pitchFamily="49" charset="0"/>
                  </a:rPr>
                  <a:t>GW</a:t>
                </a:r>
                <a14:m>
                  <m:oMath xmlns:m="http://schemas.openxmlformats.org/officeDocument/2006/math">
                    <m:r>
                      <a:rPr kumimoji="1" lang="en-US" altLang="ja-JP" sz="22200" b="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𝑒𝑥</m:t>
                    </m:r>
                  </m:oMath>
                </a14:m>
                <a:r>
                  <a:rPr lang="en-US" altLang="ja-JP" sz="22200" dirty="0" err="1">
                    <a:ln>
                      <a:solidFill>
                        <a:schemeClr val="tx1"/>
                      </a:solidFill>
                    </a:ln>
                    <a:solidFill>
                      <a:srgbClr val="6E6E6E"/>
                    </a:solidFill>
                    <a:latin typeface="PT mono" panose="02060509020205020204" pitchFamily="49" charset="0"/>
                  </a:rPr>
                  <a:t>py</a:t>
                </a:r>
                <a:endParaRPr kumimoji="1" lang="ja-JP" altLang="en-US" sz="22200" dirty="0">
                  <a:ln>
                    <a:solidFill>
                      <a:schemeClr val="tx1"/>
                    </a:solidFill>
                  </a:ln>
                  <a:solidFill>
                    <a:srgbClr val="6E6E6E"/>
                  </a:solidFill>
                  <a:latin typeface="PT mono" panose="02060509020205020204" pitchFamily="49" charset="0"/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00EFE5F5-85F5-212F-26C6-B649D31A5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920" y="2770746"/>
                <a:ext cx="10225876" cy="35086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713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6D598-9114-93AE-7991-2AF472AE6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2D4C9C04-E08B-6363-65C3-44092280B4A5}"/>
              </a:ext>
            </a:extLst>
          </p:cNvPr>
          <p:cNvGrpSpPr/>
          <p:nvPr/>
        </p:nvGrpSpPr>
        <p:grpSpPr>
          <a:xfrm>
            <a:off x="1181844" y="4365617"/>
            <a:ext cx="10063810" cy="1246513"/>
            <a:chOff x="1608050" y="5473614"/>
            <a:chExt cx="19816570" cy="2111228"/>
          </a:xfrm>
        </p:grpSpPr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6C086EBB-E764-4F7C-EF7C-0C49435042C8}"/>
                </a:ext>
              </a:extLst>
            </p:cNvPr>
            <p:cNvSpPr/>
            <p:nvPr/>
          </p:nvSpPr>
          <p:spPr>
            <a:xfrm>
              <a:off x="1608050" y="5473614"/>
              <a:ext cx="6326073" cy="1892892"/>
            </a:xfrm>
            <a:custGeom>
              <a:avLst/>
              <a:gdLst>
                <a:gd name="csX0" fmla="*/ 0 w 12097710"/>
                <a:gd name="csY0" fmla="*/ 1138258 h 2421274"/>
                <a:gd name="csX1" fmla="*/ 1434095 w 12097710"/>
                <a:gd name="csY1" fmla="*/ 1144836 h 2421274"/>
                <a:gd name="csX2" fmla="*/ 2605053 w 12097710"/>
                <a:gd name="csY2" fmla="*/ 1125101 h 2421274"/>
                <a:gd name="csX3" fmla="*/ 3427356 w 12097710"/>
                <a:gd name="csY3" fmla="*/ 1131680 h 2421274"/>
                <a:gd name="csX4" fmla="*/ 3473405 w 12097710"/>
                <a:gd name="csY4" fmla="*/ 1125101 h 2421274"/>
                <a:gd name="csX5" fmla="*/ 3585238 w 12097710"/>
                <a:gd name="csY5" fmla="*/ 1256669 h 2421274"/>
                <a:gd name="csX6" fmla="*/ 3624708 w 12097710"/>
                <a:gd name="csY6" fmla="*/ 1197464 h 2421274"/>
                <a:gd name="csX7" fmla="*/ 3710228 w 12097710"/>
                <a:gd name="csY7" fmla="*/ 1282983 h 2421274"/>
                <a:gd name="csX8" fmla="*/ 3789169 w 12097710"/>
                <a:gd name="csY8" fmla="*/ 1039582 h 2421274"/>
                <a:gd name="csX9" fmla="*/ 3854953 w 12097710"/>
                <a:gd name="csY9" fmla="*/ 1282983 h 2421274"/>
                <a:gd name="csX10" fmla="*/ 3940472 w 12097710"/>
                <a:gd name="csY10" fmla="*/ 1026425 h 2421274"/>
                <a:gd name="csX11" fmla="*/ 4012835 w 12097710"/>
                <a:gd name="csY11" fmla="*/ 1250091 h 2421274"/>
                <a:gd name="csX12" fmla="*/ 4098354 w 12097710"/>
                <a:gd name="csY12" fmla="*/ 1039582 h 2421274"/>
                <a:gd name="csX13" fmla="*/ 4137825 w 12097710"/>
                <a:gd name="csY13" fmla="*/ 1263248 h 2421274"/>
                <a:gd name="csX14" fmla="*/ 4170717 w 12097710"/>
                <a:gd name="csY14" fmla="*/ 1039582 h 2421274"/>
                <a:gd name="csX15" fmla="*/ 4243079 w 12097710"/>
                <a:gd name="csY15" fmla="*/ 1250091 h 2421274"/>
                <a:gd name="csX16" fmla="*/ 4249658 w 12097710"/>
                <a:gd name="csY16" fmla="*/ 1026425 h 2421274"/>
                <a:gd name="csX17" fmla="*/ 4308864 w 12097710"/>
                <a:gd name="csY17" fmla="*/ 1256669 h 2421274"/>
                <a:gd name="csX18" fmla="*/ 4361491 w 12097710"/>
                <a:gd name="csY18" fmla="*/ 1046160 h 2421274"/>
                <a:gd name="csX19" fmla="*/ 4460167 w 12097710"/>
                <a:gd name="csY19" fmla="*/ 1276405 h 2421274"/>
                <a:gd name="csX20" fmla="*/ 4532530 w 12097710"/>
                <a:gd name="csY20" fmla="*/ 954062 h 2421274"/>
                <a:gd name="csX21" fmla="*/ 4598314 w 12097710"/>
                <a:gd name="csY21" fmla="*/ 1296140 h 2421274"/>
                <a:gd name="csX22" fmla="*/ 4657520 w 12097710"/>
                <a:gd name="csY22" fmla="*/ 1006690 h 2421274"/>
                <a:gd name="csX23" fmla="*/ 4703569 w 12097710"/>
                <a:gd name="csY23" fmla="*/ 1289562 h 2421274"/>
                <a:gd name="csX24" fmla="*/ 4723304 w 12097710"/>
                <a:gd name="csY24" fmla="*/ 1019846 h 2421274"/>
                <a:gd name="csX25" fmla="*/ 4802245 w 12097710"/>
                <a:gd name="csY25" fmla="*/ 1289562 h 2421274"/>
                <a:gd name="csX26" fmla="*/ 4854872 w 12097710"/>
                <a:gd name="csY26" fmla="*/ 1046160 h 2421274"/>
                <a:gd name="csX27" fmla="*/ 4940392 w 12097710"/>
                <a:gd name="csY27" fmla="*/ 1276405 h 2421274"/>
                <a:gd name="csX28" fmla="*/ 5006176 w 12097710"/>
                <a:gd name="csY28" fmla="*/ 1026425 h 2421274"/>
                <a:gd name="csX29" fmla="*/ 5098274 w 12097710"/>
                <a:gd name="csY29" fmla="*/ 1256669 h 2421274"/>
                <a:gd name="csX30" fmla="*/ 5144323 w 12097710"/>
                <a:gd name="csY30" fmla="*/ 1026425 h 2421274"/>
                <a:gd name="csX31" fmla="*/ 5223264 w 12097710"/>
                <a:gd name="csY31" fmla="*/ 1250091 h 2421274"/>
                <a:gd name="csX32" fmla="*/ 5249577 w 12097710"/>
                <a:gd name="csY32" fmla="*/ 960641 h 2421274"/>
                <a:gd name="csX33" fmla="*/ 5295626 w 12097710"/>
                <a:gd name="csY33" fmla="*/ 1269826 h 2421274"/>
                <a:gd name="csX34" fmla="*/ 5341675 w 12097710"/>
                <a:gd name="csY34" fmla="*/ 993533 h 2421274"/>
                <a:gd name="csX35" fmla="*/ 5407459 w 12097710"/>
                <a:gd name="csY35" fmla="*/ 1263248 h 2421274"/>
                <a:gd name="csX36" fmla="*/ 5440351 w 12097710"/>
                <a:gd name="csY36" fmla="*/ 875121 h 2421274"/>
                <a:gd name="csX37" fmla="*/ 5499557 w 12097710"/>
                <a:gd name="csY37" fmla="*/ 1243513 h 2421274"/>
                <a:gd name="csX38" fmla="*/ 5565341 w 12097710"/>
                <a:gd name="csY38" fmla="*/ 908013 h 2421274"/>
                <a:gd name="csX39" fmla="*/ 5664018 w 12097710"/>
                <a:gd name="csY39" fmla="*/ 1250091 h 2421274"/>
                <a:gd name="csX40" fmla="*/ 5710066 w 12097710"/>
                <a:gd name="csY40" fmla="*/ 1000111 h 2421274"/>
                <a:gd name="csX41" fmla="*/ 5828478 w 12097710"/>
                <a:gd name="csY41" fmla="*/ 2276324 h 2421274"/>
                <a:gd name="csX42" fmla="*/ 5854792 w 12097710"/>
                <a:gd name="csY42" fmla="*/ 177809 h 2421274"/>
                <a:gd name="csX43" fmla="*/ 5913997 w 12097710"/>
                <a:gd name="csY43" fmla="*/ 2315795 h 2421274"/>
                <a:gd name="csX44" fmla="*/ 5986360 w 12097710"/>
                <a:gd name="csY44" fmla="*/ 289642 h 2421274"/>
                <a:gd name="csX45" fmla="*/ 6025830 w 12097710"/>
                <a:gd name="csY45" fmla="*/ 2276324 h 2421274"/>
                <a:gd name="csX46" fmla="*/ 6091615 w 12097710"/>
                <a:gd name="csY46" fmla="*/ 192 h 2421274"/>
                <a:gd name="csX47" fmla="*/ 6144242 w 12097710"/>
                <a:gd name="csY47" fmla="*/ 2421049 h 2421274"/>
                <a:gd name="csX48" fmla="*/ 6170556 w 12097710"/>
                <a:gd name="csY48" fmla="*/ 158074 h 2421274"/>
                <a:gd name="csX49" fmla="*/ 6229761 w 12097710"/>
                <a:gd name="csY49" fmla="*/ 2394736 h 2421274"/>
                <a:gd name="csX50" fmla="*/ 6282389 w 12097710"/>
                <a:gd name="csY50" fmla="*/ 408054 h 2421274"/>
                <a:gd name="csX51" fmla="*/ 6341594 w 12097710"/>
                <a:gd name="csY51" fmla="*/ 2236854 h 2421274"/>
                <a:gd name="csX52" fmla="*/ 6407379 w 12097710"/>
                <a:gd name="csY52" fmla="*/ 934327 h 2421274"/>
                <a:gd name="csX53" fmla="*/ 6440271 w 12097710"/>
                <a:gd name="csY53" fmla="*/ 1894776 h 2421274"/>
                <a:gd name="csX54" fmla="*/ 6499477 w 12097710"/>
                <a:gd name="csY54" fmla="*/ 822494 h 2421274"/>
                <a:gd name="csX55" fmla="*/ 6532369 w 12097710"/>
                <a:gd name="csY55" fmla="*/ 1914511 h 2421274"/>
                <a:gd name="csX56" fmla="*/ 6578418 w 12097710"/>
                <a:gd name="csY56" fmla="*/ 408054 h 2421274"/>
                <a:gd name="csX57" fmla="*/ 6677094 w 12097710"/>
                <a:gd name="csY57" fmla="*/ 2164491 h 2421274"/>
                <a:gd name="csX58" fmla="*/ 6683672 w 12097710"/>
                <a:gd name="csY58" fmla="*/ 427789 h 2421274"/>
                <a:gd name="csX59" fmla="*/ 6749456 w 12097710"/>
                <a:gd name="csY59" fmla="*/ 1460600 h 2421274"/>
                <a:gd name="csX60" fmla="*/ 6762613 w 12097710"/>
                <a:gd name="csY60" fmla="*/ 269907 h 2421274"/>
                <a:gd name="csX61" fmla="*/ 6828397 w 12097710"/>
                <a:gd name="csY61" fmla="*/ 2388157 h 2421274"/>
                <a:gd name="csX62" fmla="*/ 6841554 w 12097710"/>
                <a:gd name="csY62" fmla="*/ 1348767 h 2421274"/>
                <a:gd name="csX63" fmla="*/ 6927074 w 12097710"/>
                <a:gd name="csY63" fmla="*/ 2111864 h 2421274"/>
                <a:gd name="csX64" fmla="*/ 6907338 w 12097710"/>
                <a:gd name="csY64" fmla="*/ 296221 h 2421274"/>
                <a:gd name="csX65" fmla="*/ 7012593 w 12097710"/>
                <a:gd name="csY65" fmla="*/ 2046080 h 2421274"/>
                <a:gd name="csX66" fmla="*/ 7045485 w 12097710"/>
                <a:gd name="csY66" fmla="*/ 309377 h 2421274"/>
                <a:gd name="csX67" fmla="*/ 7104691 w 12097710"/>
                <a:gd name="csY67" fmla="*/ 2026344 h 2421274"/>
                <a:gd name="csX68" fmla="*/ 7131005 w 12097710"/>
                <a:gd name="csY68" fmla="*/ 480416 h 2421274"/>
                <a:gd name="csX69" fmla="*/ 7203367 w 12097710"/>
                <a:gd name="csY69" fmla="*/ 1842149 h 2421274"/>
                <a:gd name="csX70" fmla="*/ 7216524 w 12097710"/>
                <a:gd name="csY70" fmla="*/ 677769 h 2421274"/>
                <a:gd name="csX71" fmla="*/ 7282308 w 12097710"/>
                <a:gd name="csY71" fmla="*/ 2013187 h 2421274"/>
                <a:gd name="csX72" fmla="*/ 7367828 w 12097710"/>
                <a:gd name="csY72" fmla="*/ 394897 h 2421274"/>
                <a:gd name="csX73" fmla="*/ 7400720 w 12097710"/>
                <a:gd name="csY73" fmla="*/ 1980295 h 2421274"/>
                <a:gd name="csX74" fmla="*/ 7512553 w 12097710"/>
                <a:gd name="csY74" fmla="*/ 519887 h 2421274"/>
                <a:gd name="csX75" fmla="*/ 7578337 w 12097710"/>
                <a:gd name="csY75" fmla="*/ 2000031 h 2421274"/>
                <a:gd name="csX76" fmla="*/ 7611229 w 12097710"/>
                <a:gd name="csY76" fmla="*/ 815916 h 2421274"/>
                <a:gd name="csX77" fmla="*/ 7696748 w 12097710"/>
                <a:gd name="csY77" fmla="*/ 1855305 h 2421274"/>
                <a:gd name="csX78" fmla="*/ 7723062 w 12097710"/>
                <a:gd name="csY78" fmla="*/ 697504 h 2421274"/>
                <a:gd name="csX79" fmla="*/ 7775689 w 12097710"/>
                <a:gd name="csY79" fmla="*/ 1822413 h 2421274"/>
                <a:gd name="csX80" fmla="*/ 7808582 w 12097710"/>
                <a:gd name="csY80" fmla="*/ 829072 h 2421274"/>
                <a:gd name="csX81" fmla="*/ 7880944 w 12097710"/>
                <a:gd name="csY81" fmla="*/ 1782943 h 2421274"/>
                <a:gd name="csX82" fmla="*/ 7933571 w 12097710"/>
                <a:gd name="csY82" fmla="*/ 940905 h 2421274"/>
                <a:gd name="csX83" fmla="*/ 7992777 w 12097710"/>
                <a:gd name="csY83" fmla="*/ 1697423 h 2421274"/>
                <a:gd name="csX84" fmla="*/ 8045405 w 12097710"/>
                <a:gd name="csY84" fmla="*/ 901435 h 2421274"/>
                <a:gd name="csX85" fmla="*/ 8124346 w 12097710"/>
                <a:gd name="csY85" fmla="*/ 1664531 h 2421274"/>
                <a:gd name="csX86" fmla="*/ 8190130 w 12097710"/>
                <a:gd name="csY86" fmla="*/ 1013268 h 2421274"/>
                <a:gd name="csX87" fmla="*/ 8216443 w 12097710"/>
                <a:gd name="csY87" fmla="*/ 1421130 h 2421274"/>
                <a:gd name="csX88" fmla="*/ 8242757 w 12097710"/>
                <a:gd name="csY88" fmla="*/ 1144836 h 2421274"/>
                <a:gd name="csX89" fmla="*/ 8328277 w 12097710"/>
                <a:gd name="csY89" fmla="*/ 1704002 h 2421274"/>
                <a:gd name="csX90" fmla="*/ 8354590 w 12097710"/>
                <a:gd name="csY90" fmla="*/ 1263248 h 2421274"/>
                <a:gd name="csX91" fmla="*/ 8453266 w 12097710"/>
                <a:gd name="csY91" fmla="*/ 1664531 h 2421274"/>
                <a:gd name="csX92" fmla="*/ 8486159 w 12097710"/>
                <a:gd name="csY92" fmla="*/ 1006690 h 2421274"/>
                <a:gd name="csX93" fmla="*/ 8565100 w 12097710"/>
                <a:gd name="csY93" fmla="*/ 1651375 h 2421274"/>
                <a:gd name="csX94" fmla="*/ 8591413 w 12097710"/>
                <a:gd name="csY94" fmla="*/ 1118523 h 2421274"/>
                <a:gd name="csX95" fmla="*/ 8663776 w 12097710"/>
                <a:gd name="csY95" fmla="*/ 1585590 h 2421274"/>
                <a:gd name="csX96" fmla="*/ 8722982 w 12097710"/>
                <a:gd name="csY96" fmla="*/ 1210621 h 2421274"/>
                <a:gd name="csX97" fmla="*/ 8782187 w 12097710"/>
                <a:gd name="csY97" fmla="*/ 1592169 h 2421274"/>
                <a:gd name="csX98" fmla="*/ 8841393 w 12097710"/>
                <a:gd name="csY98" fmla="*/ 1269826 h 2421274"/>
                <a:gd name="csX99" fmla="*/ 8894020 w 12097710"/>
                <a:gd name="csY99" fmla="*/ 1493493 h 2421274"/>
                <a:gd name="csX100" fmla="*/ 8926912 w 12097710"/>
                <a:gd name="csY100" fmla="*/ 1296140 h 2421274"/>
                <a:gd name="csX101" fmla="*/ 8979540 w 12097710"/>
                <a:gd name="csY101" fmla="*/ 1559277 h 2421274"/>
                <a:gd name="csX102" fmla="*/ 9051902 w 12097710"/>
                <a:gd name="csY102" fmla="*/ 1289562 h 2421274"/>
                <a:gd name="csX103" fmla="*/ 9117687 w 12097710"/>
                <a:gd name="csY103" fmla="*/ 1539541 h 2421274"/>
                <a:gd name="csX104" fmla="*/ 9130843 w 12097710"/>
                <a:gd name="csY104" fmla="*/ 1243513 h 2421274"/>
                <a:gd name="csX105" fmla="*/ 9183471 w 12097710"/>
                <a:gd name="csY105" fmla="*/ 1486914 h 2421274"/>
                <a:gd name="csX106" fmla="*/ 9222941 w 12097710"/>
                <a:gd name="csY106" fmla="*/ 1190885 h 2421274"/>
                <a:gd name="csX107" fmla="*/ 9268990 w 12097710"/>
                <a:gd name="csY107" fmla="*/ 1493493 h 2421274"/>
                <a:gd name="csX108" fmla="*/ 9380823 w 12097710"/>
                <a:gd name="csY108" fmla="*/ 1256669 h 2421274"/>
                <a:gd name="csX109" fmla="*/ 9466343 w 12097710"/>
                <a:gd name="csY109" fmla="*/ 1394816 h 2421274"/>
                <a:gd name="csX110" fmla="*/ 9551862 w 12097710"/>
                <a:gd name="csY110" fmla="*/ 1250091 h 2421274"/>
                <a:gd name="csX111" fmla="*/ 9611068 w 12097710"/>
                <a:gd name="csY111" fmla="*/ 1335610 h 2421274"/>
                <a:gd name="csX112" fmla="*/ 9709744 w 12097710"/>
                <a:gd name="csY112" fmla="*/ 1269826 h 2421274"/>
                <a:gd name="csX113" fmla="*/ 9768950 w 12097710"/>
                <a:gd name="csY113" fmla="*/ 1335610 h 2421274"/>
                <a:gd name="csX114" fmla="*/ 9834734 w 12097710"/>
                <a:gd name="csY114" fmla="*/ 1269826 h 2421274"/>
                <a:gd name="csX115" fmla="*/ 9887361 w 12097710"/>
                <a:gd name="csY115" fmla="*/ 1322454 h 2421274"/>
                <a:gd name="csX116" fmla="*/ 9939989 w 12097710"/>
                <a:gd name="csY116" fmla="*/ 1256669 h 2421274"/>
                <a:gd name="csX117" fmla="*/ 9999194 w 12097710"/>
                <a:gd name="csY117" fmla="*/ 1315875 h 2421274"/>
                <a:gd name="csX118" fmla="*/ 10045243 w 12097710"/>
                <a:gd name="csY118" fmla="*/ 1263248 h 2421274"/>
                <a:gd name="csX119" fmla="*/ 10130763 w 12097710"/>
                <a:gd name="csY119" fmla="*/ 1315875 h 2421274"/>
                <a:gd name="csX120" fmla="*/ 10236018 w 12097710"/>
                <a:gd name="csY120" fmla="*/ 1263248 h 2421274"/>
                <a:gd name="csX121" fmla="*/ 10328115 w 12097710"/>
                <a:gd name="csY121" fmla="*/ 1302718 h 2421274"/>
                <a:gd name="csX122" fmla="*/ 10393900 w 12097710"/>
                <a:gd name="csY122" fmla="*/ 1276405 h 2421274"/>
                <a:gd name="csX123" fmla="*/ 10512311 w 12097710"/>
                <a:gd name="csY123" fmla="*/ 1302718 h 2421274"/>
                <a:gd name="csX124" fmla="*/ 10663615 w 12097710"/>
                <a:gd name="csY124" fmla="*/ 1276405 h 2421274"/>
                <a:gd name="csX125" fmla="*/ 10775448 w 12097710"/>
                <a:gd name="csY125" fmla="*/ 1302718 h 2421274"/>
                <a:gd name="csX126" fmla="*/ 10841232 w 12097710"/>
                <a:gd name="csY126" fmla="*/ 1302718 h 2421274"/>
                <a:gd name="csX127" fmla="*/ 10920173 w 12097710"/>
                <a:gd name="csY127" fmla="*/ 1335610 h 2421274"/>
                <a:gd name="csX128" fmla="*/ 11110947 w 12097710"/>
                <a:gd name="csY128" fmla="*/ 1322454 h 2421274"/>
                <a:gd name="csX129" fmla="*/ 11209623 w 12097710"/>
                <a:gd name="csY129" fmla="*/ 1329032 h 2421274"/>
                <a:gd name="csX130" fmla="*/ 11341192 w 12097710"/>
                <a:gd name="csY130" fmla="*/ 1361924 h 2421274"/>
                <a:gd name="csX131" fmla="*/ 11466182 w 12097710"/>
                <a:gd name="csY131" fmla="*/ 1348767 h 2421274"/>
                <a:gd name="csX132" fmla="*/ 11656956 w 12097710"/>
                <a:gd name="csY132" fmla="*/ 1302718 h 2421274"/>
                <a:gd name="csX133" fmla="*/ 11867465 w 12097710"/>
                <a:gd name="csY133" fmla="*/ 1342189 h 2421274"/>
                <a:gd name="csX134" fmla="*/ 12031925 w 12097710"/>
                <a:gd name="csY134" fmla="*/ 1335610 h 2421274"/>
                <a:gd name="csX135" fmla="*/ 12097710 w 12097710"/>
                <a:gd name="csY135" fmla="*/ 1342189 h 2421274"/>
                <a:gd name="csX0" fmla="*/ 0 w 12031925"/>
                <a:gd name="csY0" fmla="*/ 1138258 h 2421274"/>
                <a:gd name="csX1" fmla="*/ 1434095 w 12031925"/>
                <a:gd name="csY1" fmla="*/ 1144836 h 2421274"/>
                <a:gd name="csX2" fmla="*/ 2605053 w 12031925"/>
                <a:gd name="csY2" fmla="*/ 1125101 h 2421274"/>
                <a:gd name="csX3" fmla="*/ 3427356 w 12031925"/>
                <a:gd name="csY3" fmla="*/ 1131680 h 2421274"/>
                <a:gd name="csX4" fmla="*/ 3473405 w 12031925"/>
                <a:gd name="csY4" fmla="*/ 1125101 h 2421274"/>
                <a:gd name="csX5" fmla="*/ 3585238 w 12031925"/>
                <a:gd name="csY5" fmla="*/ 1256669 h 2421274"/>
                <a:gd name="csX6" fmla="*/ 3624708 w 12031925"/>
                <a:gd name="csY6" fmla="*/ 1197464 h 2421274"/>
                <a:gd name="csX7" fmla="*/ 3710228 w 12031925"/>
                <a:gd name="csY7" fmla="*/ 1282983 h 2421274"/>
                <a:gd name="csX8" fmla="*/ 3789169 w 12031925"/>
                <a:gd name="csY8" fmla="*/ 1039582 h 2421274"/>
                <a:gd name="csX9" fmla="*/ 3854953 w 12031925"/>
                <a:gd name="csY9" fmla="*/ 1282983 h 2421274"/>
                <a:gd name="csX10" fmla="*/ 3940472 w 12031925"/>
                <a:gd name="csY10" fmla="*/ 1026425 h 2421274"/>
                <a:gd name="csX11" fmla="*/ 4012835 w 12031925"/>
                <a:gd name="csY11" fmla="*/ 1250091 h 2421274"/>
                <a:gd name="csX12" fmla="*/ 4098354 w 12031925"/>
                <a:gd name="csY12" fmla="*/ 1039582 h 2421274"/>
                <a:gd name="csX13" fmla="*/ 4137825 w 12031925"/>
                <a:gd name="csY13" fmla="*/ 1263248 h 2421274"/>
                <a:gd name="csX14" fmla="*/ 4170717 w 12031925"/>
                <a:gd name="csY14" fmla="*/ 1039582 h 2421274"/>
                <a:gd name="csX15" fmla="*/ 4243079 w 12031925"/>
                <a:gd name="csY15" fmla="*/ 1250091 h 2421274"/>
                <a:gd name="csX16" fmla="*/ 4249658 w 12031925"/>
                <a:gd name="csY16" fmla="*/ 1026425 h 2421274"/>
                <a:gd name="csX17" fmla="*/ 4308864 w 12031925"/>
                <a:gd name="csY17" fmla="*/ 1256669 h 2421274"/>
                <a:gd name="csX18" fmla="*/ 4361491 w 12031925"/>
                <a:gd name="csY18" fmla="*/ 1046160 h 2421274"/>
                <a:gd name="csX19" fmla="*/ 4460167 w 12031925"/>
                <a:gd name="csY19" fmla="*/ 1276405 h 2421274"/>
                <a:gd name="csX20" fmla="*/ 4532530 w 12031925"/>
                <a:gd name="csY20" fmla="*/ 954062 h 2421274"/>
                <a:gd name="csX21" fmla="*/ 4598314 w 12031925"/>
                <a:gd name="csY21" fmla="*/ 1296140 h 2421274"/>
                <a:gd name="csX22" fmla="*/ 4657520 w 12031925"/>
                <a:gd name="csY22" fmla="*/ 1006690 h 2421274"/>
                <a:gd name="csX23" fmla="*/ 4703569 w 12031925"/>
                <a:gd name="csY23" fmla="*/ 1289562 h 2421274"/>
                <a:gd name="csX24" fmla="*/ 4723304 w 12031925"/>
                <a:gd name="csY24" fmla="*/ 1019846 h 2421274"/>
                <a:gd name="csX25" fmla="*/ 4802245 w 12031925"/>
                <a:gd name="csY25" fmla="*/ 1289562 h 2421274"/>
                <a:gd name="csX26" fmla="*/ 4854872 w 12031925"/>
                <a:gd name="csY26" fmla="*/ 1046160 h 2421274"/>
                <a:gd name="csX27" fmla="*/ 4940392 w 12031925"/>
                <a:gd name="csY27" fmla="*/ 1276405 h 2421274"/>
                <a:gd name="csX28" fmla="*/ 5006176 w 12031925"/>
                <a:gd name="csY28" fmla="*/ 1026425 h 2421274"/>
                <a:gd name="csX29" fmla="*/ 5098274 w 12031925"/>
                <a:gd name="csY29" fmla="*/ 1256669 h 2421274"/>
                <a:gd name="csX30" fmla="*/ 5144323 w 12031925"/>
                <a:gd name="csY30" fmla="*/ 1026425 h 2421274"/>
                <a:gd name="csX31" fmla="*/ 5223264 w 12031925"/>
                <a:gd name="csY31" fmla="*/ 1250091 h 2421274"/>
                <a:gd name="csX32" fmla="*/ 5249577 w 12031925"/>
                <a:gd name="csY32" fmla="*/ 960641 h 2421274"/>
                <a:gd name="csX33" fmla="*/ 5295626 w 12031925"/>
                <a:gd name="csY33" fmla="*/ 1269826 h 2421274"/>
                <a:gd name="csX34" fmla="*/ 5341675 w 12031925"/>
                <a:gd name="csY34" fmla="*/ 993533 h 2421274"/>
                <a:gd name="csX35" fmla="*/ 5407459 w 12031925"/>
                <a:gd name="csY35" fmla="*/ 1263248 h 2421274"/>
                <a:gd name="csX36" fmla="*/ 5440351 w 12031925"/>
                <a:gd name="csY36" fmla="*/ 875121 h 2421274"/>
                <a:gd name="csX37" fmla="*/ 5499557 w 12031925"/>
                <a:gd name="csY37" fmla="*/ 1243513 h 2421274"/>
                <a:gd name="csX38" fmla="*/ 5565341 w 12031925"/>
                <a:gd name="csY38" fmla="*/ 908013 h 2421274"/>
                <a:gd name="csX39" fmla="*/ 5664018 w 12031925"/>
                <a:gd name="csY39" fmla="*/ 1250091 h 2421274"/>
                <a:gd name="csX40" fmla="*/ 5710066 w 12031925"/>
                <a:gd name="csY40" fmla="*/ 1000111 h 2421274"/>
                <a:gd name="csX41" fmla="*/ 5828478 w 12031925"/>
                <a:gd name="csY41" fmla="*/ 2276324 h 2421274"/>
                <a:gd name="csX42" fmla="*/ 5854792 w 12031925"/>
                <a:gd name="csY42" fmla="*/ 177809 h 2421274"/>
                <a:gd name="csX43" fmla="*/ 5913997 w 12031925"/>
                <a:gd name="csY43" fmla="*/ 2315795 h 2421274"/>
                <a:gd name="csX44" fmla="*/ 5986360 w 12031925"/>
                <a:gd name="csY44" fmla="*/ 289642 h 2421274"/>
                <a:gd name="csX45" fmla="*/ 6025830 w 12031925"/>
                <a:gd name="csY45" fmla="*/ 2276324 h 2421274"/>
                <a:gd name="csX46" fmla="*/ 6091615 w 12031925"/>
                <a:gd name="csY46" fmla="*/ 192 h 2421274"/>
                <a:gd name="csX47" fmla="*/ 6144242 w 12031925"/>
                <a:gd name="csY47" fmla="*/ 2421049 h 2421274"/>
                <a:gd name="csX48" fmla="*/ 6170556 w 12031925"/>
                <a:gd name="csY48" fmla="*/ 158074 h 2421274"/>
                <a:gd name="csX49" fmla="*/ 6229761 w 12031925"/>
                <a:gd name="csY49" fmla="*/ 2394736 h 2421274"/>
                <a:gd name="csX50" fmla="*/ 6282389 w 12031925"/>
                <a:gd name="csY50" fmla="*/ 408054 h 2421274"/>
                <a:gd name="csX51" fmla="*/ 6341594 w 12031925"/>
                <a:gd name="csY51" fmla="*/ 2236854 h 2421274"/>
                <a:gd name="csX52" fmla="*/ 6407379 w 12031925"/>
                <a:gd name="csY52" fmla="*/ 934327 h 2421274"/>
                <a:gd name="csX53" fmla="*/ 6440271 w 12031925"/>
                <a:gd name="csY53" fmla="*/ 1894776 h 2421274"/>
                <a:gd name="csX54" fmla="*/ 6499477 w 12031925"/>
                <a:gd name="csY54" fmla="*/ 822494 h 2421274"/>
                <a:gd name="csX55" fmla="*/ 6532369 w 12031925"/>
                <a:gd name="csY55" fmla="*/ 1914511 h 2421274"/>
                <a:gd name="csX56" fmla="*/ 6578418 w 12031925"/>
                <a:gd name="csY56" fmla="*/ 408054 h 2421274"/>
                <a:gd name="csX57" fmla="*/ 6677094 w 12031925"/>
                <a:gd name="csY57" fmla="*/ 2164491 h 2421274"/>
                <a:gd name="csX58" fmla="*/ 6683672 w 12031925"/>
                <a:gd name="csY58" fmla="*/ 427789 h 2421274"/>
                <a:gd name="csX59" fmla="*/ 6749456 w 12031925"/>
                <a:gd name="csY59" fmla="*/ 1460600 h 2421274"/>
                <a:gd name="csX60" fmla="*/ 6762613 w 12031925"/>
                <a:gd name="csY60" fmla="*/ 269907 h 2421274"/>
                <a:gd name="csX61" fmla="*/ 6828397 w 12031925"/>
                <a:gd name="csY61" fmla="*/ 2388157 h 2421274"/>
                <a:gd name="csX62" fmla="*/ 6841554 w 12031925"/>
                <a:gd name="csY62" fmla="*/ 1348767 h 2421274"/>
                <a:gd name="csX63" fmla="*/ 6927074 w 12031925"/>
                <a:gd name="csY63" fmla="*/ 2111864 h 2421274"/>
                <a:gd name="csX64" fmla="*/ 6907338 w 12031925"/>
                <a:gd name="csY64" fmla="*/ 296221 h 2421274"/>
                <a:gd name="csX65" fmla="*/ 7012593 w 12031925"/>
                <a:gd name="csY65" fmla="*/ 2046080 h 2421274"/>
                <a:gd name="csX66" fmla="*/ 7045485 w 12031925"/>
                <a:gd name="csY66" fmla="*/ 309377 h 2421274"/>
                <a:gd name="csX67" fmla="*/ 7104691 w 12031925"/>
                <a:gd name="csY67" fmla="*/ 2026344 h 2421274"/>
                <a:gd name="csX68" fmla="*/ 7131005 w 12031925"/>
                <a:gd name="csY68" fmla="*/ 480416 h 2421274"/>
                <a:gd name="csX69" fmla="*/ 7203367 w 12031925"/>
                <a:gd name="csY69" fmla="*/ 1842149 h 2421274"/>
                <a:gd name="csX70" fmla="*/ 7216524 w 12031925"/>
                <a:gd name="csY70" fmla="*/ 677769 h 2421274"/>
                <a:gd name="csX71" fmla="*/ 7282308 w 12031925"/>
                <a:gd name="csY71" fmla="*/ 2013187 h 2421274"/>
                <a:gd name="csX72" fmla="*/ 7367828 w 12031925"/>
                <a:gd name="csY72" fmla="*/ 394897 h 2421274"/>
                <a:gd name="csX73" fmla="*/ 7400720 w 12031925"/>
                <a:gd name="csY73" fmla="*/ 1980295 h 2421274"/>
                <a:gd name="csX74" fmla="*/ 7512553 w 12031925"/>
                <a:gd name="csY74" fmla="*/ 519887 h 2421274"/>
                <a:gd name="csX75" fmla="*/ 7578337 w 12031925"/>
                <a:gd name="csY75" fmla="*/ 2000031 h 2421274"/>
                <a:gd name="csX76" fmla="*/ 7611229 w 12031925"/>
                <a:gd name="csY76" fmla="*/ 815916 h 2421274"/>
                <a:gd name="csX77" fmla="*/ 7696748 w 12031925"/>
                <a:gd name="csY77" fmla="*/ 1855305 h 2421274"/>
                <a:gd name="csX78" fmla="*/ 7723062 w 12031925"/>
                <a:gd name="csY78" fmla="*/ 697504 h 2421274"/>
                <a:gd name="csX79" fmla="*/ 7775689 w 12031925"/>
                <a:gd name="csY79" fmla="*/ 1822413 h 2421274"/>
                <a:gd name="csX80" fmla="*/ 7808582 w 12031925"/>
                <a:gd name="csY80" fmla="*/ 829072 h 2421274"/>
                <a:gd name="csX81" fmla="*/ 7880944 w 12031925"/>
                <a:gd name="csY81" fmla="*/ 1782943 h 2421274"/>
                <a:gd name="csX82" fmla="*/ 7933571 w 12031925"/>
                <a:gd name="csY82" fmla="*/ 940905 h 2421274"/>
                <a:gd name="csX83" fmla="*/ 7992777 w 12031925"/>
                <a:gd name="csY83" fmla="*/ 1697423 h 2421274"/>
                <a:gd name="csX84" fmla="*/ 8045405 w 12031925"/>
                <a:gd name="csY84" fmla="*/ 901435 h 2421274"/>
                <a:gd name="csX85" fmla="*/ 8124346 w 12031925"/>
                <a:gd name="csY85" fmla="*/ 1664531 h 2421274"/>
                <a:gd name="csX86" fmla="*/ 8190130 w 12031925"/>
                <a:gd name="csY86" fmla="*/ 1013268 h 2421274"/>
                <a:gd name="csX87" fmla="*/ 8216443 w 12031925"/>
                <a:gd name="csY87" fmla="*/ 1421130 h 2421274"/>
                <a:gd name="csX88" fmla="*/ 8242757 w 12031925"/>
                <a:gd name="csY88" fmla="*/ 1144836 h 2421274"/>
                <a:gd name="csX89" fmla="*/ 8328277 w 12031925"/>
                <a:gd name="csY89" fmla="*/ 1704002 h 2421274"/>
                <a:gd name="csX90" fmla="*/ 8354590 w 12031925"/>
                <a:gd name="csY90" fmla="*/ 1263248 h 2421274"/>
                <a:gd name="csX91" fmla="*/ 8453266 w 12031925"/>
                <a:gd name="csY91" fmla="*/ 1664531 h 2421274"/>
                <a:gd name="csX92" fmla="*/ 8486159 w 12031925"/>
                <a:gd name="csY92" fmla="*/ 1006690 h 2421274"/>
                <a:gd name="csX93" fmla="*/ 8565100 w 12031925"/>
                <a:gd name="csY93" fmla="*/ 1651375 h 2421274"/>
                <a:gd name="csX94" fmla="*/ 8591413 w 12031925"/>
                <a:gd name="csY94" fmla="*/ 1118523 h 2421274"/>
                <a:gd name="csX95" fmla="*/ 8663776 w 12031925"/>
                <a:gd name="csY95" fmla="*/ 1585590 h 2421274"/>
                <a:gd name="csX96" fmla="*/ 8722982 w 12031925"/>
                <a:gd name="csY96" fmla="*/ 1210621 h 2421274"/>
                <a:gd name="csX97" fmla="*/ 8782187 w 12031925"/>
                <a:gd name="csY97" fmla="*/ 1592169 h 2421274"/>
                <a:gd name="csX98" fmla="*/ 8841393 w 12031925"/>
                <a:gd name="csY98" fmla="*/ 1269826 h 2421274"/>
                <a:gd name="csX99" fmla="*/ 8894020 w 12031925"/>
                <a:gd name="csY99" fmla="*/ 1493493 h 2421274"/>
                <a:gd name="csX100" fmla="*/ 8926912 w 12031925"/>
                <a:gd name="csY100" fmla="*/ 1296140 h 2421274"/>
                <a:gd name="csX101" fmla="*/ 8979540 w 12031925"/>
                <a:gd name="csY101" fmla="*/ 1559277 h 2421274"/>
                <a:gd name="csX102" fmla="*/ 9051902 w 12031925"/>
                <a:gd name="csY102" fmla="*/ 1289562 h 2421274"/>
                <a:gd name="csX103" fmla="*/ 9117687 w 12031925"/>
                <a:gd name="csY103" fmla="*/ 1539541 h 2421274"/>
                <a:gd name="csX104" fmla="*/ 9130843 w 12031925"/>
                <a:gd name="csY104" fmla="*/ 1243513 h 2421274"/>
                <a:gd name="csX105" fmla="*/ 9183471 w 12031925"/>
                <a:gd name="csY105" fmla="*/ 1486914 h 2421274"/>
                <a:gd name="csX106" fmla="*/ 9222941 w 12031925"/>
                <a:gd name="csY106" fmla="*/ 1190885 h 2421274"/>
                <a:gd name="csX107" fmla="*/ 9268990 w 12031925"/>
                <a:gd name="csY107" fmla="*/ 1493493 h 2421274"/>
                <a:gd name="csX108" fmla="*/ 9380823 w 12031925"/>
                <a:gd name="csY108" fmla="*/ 1256669 h 2421274"/>
                <a:gd name="csX109" fmla="*/ 9466343 w 12031925"/>
                <a:gd name="csY109" fmla="*/ 1394816 h 2421274"/>
                <a:gd name="csX110" fmla="*/ 9551862 w 12031925"/>
                <a:gd name="csY110" fmla="*/ 1250091 h 2421274"/>
                <a:gd name="csX111" fmla="*/ 9611068 w 12031925"/>
                <a:gd name="csY111" fmla="*/ 1335610 h 2421274"/>
                <a:gd name="csX112" fmla="*/ 9709744 w 12031925"/>
                <a:gd name="csY112" fmla="*/ 1269826 h 2421274"/>
                <a:gd name="csX113" fmla="*/ 9768950 w 12031925"/>
                <a:gd name="csY113" fmla="*/ 1335610 h 2421274"/>
                <a:gd name="csX114" fmla="*/ 9834734 w 12031925"/>
                <a:gd name="csY114" fmla="*/ 1269826 h 2421274"/>
                <a:gd name="csX115" fmla="*/ 9887361 w 12031925"/>
                <a:gd name="csY115" fmla="*/ 1322454 h 2421274"/>
                <a:gd name="csX116" fmla="*/ 9939989 w 12031925"/>
                <a:gd name="csY116" fmla="*/ 1256669 h 2421274"/>
                <a:gd name="csX117" fmla="*/ 9999194 w 12031925"/>
                <a:gd name="csY117" fmla="*/ 1315875 h 2421274"/>
                <a:gd name="csX118" fmla="*/ 10045243 w 12031925"/>
                <a:gd name="csY118" fmla="*/ 1263248 h 2421274"/>
                <a:gd name="csX119" fmla="*/ 10130763 w 12031925"/>
                <a:gd name="csY119" fmla="*/ 1315875 h 2421274"/>
                <a:gd name="csX120" fmla="*/ 10236018 w 12031925"/>
                <a:gd name="csY120" fmla="*/ 1263248 h 2421274"/>
                <a:gd name="csX121" fmla="*/ 10328115 w 12031925"/>
                <a:gd name="csY121" fmla="*/ 1302718 h 2421274"/>
                <a:gd name="csX122" fmla="*/ 10393900 w 12031925"/>
                <a:gd name="csY122" fmla="*/ 1276405 h 2421274"/>
                <a:gd name="csX123" fmla="*/ 10512311 w 12031925"/>
                <a:gd name="csY123" fmla="*/ 1302718 h 2421274"/>
                <a:gd name="csX124" fmla="*/ 10663615 w 12031925"/>
                <a:gd name="csY124" fmla="*/ 1276405 h 2421274"/>
                <a:gd name="csX125" fmla="*/ 10775448 w 12031925"/>
                <a:gd name="csY125" fmla="*/ 1302718 h 2421274"/>
                <a:gd name="csX126" fmla="*/ 10841232 w 12031925"/>
                <a:gd name="csY126" fmla="*/ 1302718 h 2421274"/>
                <a:gd name="csX127" fmla="*/ 10920173 w 12031925"/>
                <a:gd name="csY127" fmla="*/ 1335610 h 2421274"/>
                <a:gd name="csX128" fmla="*/ 11110947 w 12031925"/>
                <a:gd name="csY128" fmla="*/ 1322454 h 2421274"/>
                <a:gd name="csX129" fmla="*/ 11209623 w 12031925"/>
                <a:gd name="csY129" fmla="*/ 1329032 h 2421274"/>
                <a:gd name="csX130" fmla="*/ 11341192 w 12031925"/>
                <a:gd name="csY130" fmla="*/ 1361924 h 2421274"/>
                <a:gd name="csX131" fmla="*/ 11466182 w 12031925"/>
                <a:gd name="csY131" fmla="*/ 1348767 h 2421274"/>
                <a:gd name="csX132" fmla="*/ 11656956 w 12031925"/>
                <a:gd name="csY132" fmla="*/ 1302718 h 2421274"/>
                <a:gd name="csX133" fmla="*/ 11867465 w 12031925"/>
                <a:gd name="csY133" fmla="*/ 1342189 h 2421274"/>
                <a:gd name="csX134" fmla="*/ 12031925 w 12031925"/>
                <a:gd name="csY134" fmla="*/ 1335610 h 2421274"/>
                <a:gd name="csX0" fmla="*/ 0 w 12031925"/>
                <a:gd name="csY0" fmla="*/ 1138258 h 2421274"/>
                <a:gd name="csX1" fmla="*/ 1434095 w 12031925"/>
                <a:gd name="csY1" fmla="*/ 1144836 h 2421274"/>
                <a:gd name="csX2" fmla="*/ 2605053 w 12031925"/>
                <a:gd name="csY2" fmla="*/ 1125101 h 2421274"/>
                <a:gd name="csX3" fmla="*/ 3427356 w 12031925"/>
                <a:gd name="csY3" fmla="*/ 1131680 h 2421274"/>
                <a:gd name="csX4" fmla="*/ 3473405 w 12031925"/>
                <a:gd name="csY4" fmla="*/ 1125101 h 2421274"/>
                <a:gd name="csX5" fmla="*/ 3585238 w 12031925"/>
                <a:gd name="csY5" fmla="*/ 1256669 h 2421274"/>
                <a:gd name="csX6" fmla="*/ 3624708 w 12031925"/>
                <a:gd name="csY6" fmla="*/ 1197464 h 2421274"/>
                <a:gd name="csX7" fmla="*/ 3710228 w 12031925"/>
                <a:gd name="csY7" fmla="*/ 1282983 h 2421274"/>
                <a:gd name="csX8" fmla="*/ 3789169 w 12031925"/>
                <a:gd name="csY8" fmla="*/ 1039582 h 2421274"/>
                <a:gd name="csX9" fmla="*/ 3854953 w 12031925"/>
                <a:gd name="csY9" fmla="*/ 1282983 h 2421274"/>
                <a:gd name="csX10" fmla="*/ 3940472 w 12031925"/>
                <a:gd name="csY10" fmla="*/ 1026425 h 2421274"/>
                <a:gd name="csX11" fmla="*/ 4012835 w 12031925"/>
                <a:gd name="csY11" fmla="*/ 1250091 h 2421274"/>
                <a:gd name="csX12" fmla="*/ 4098354 w 12031925"/>
                <a:gd name="csY12" fmla="*/ 1039582 h 2421274"/>
                <a:gd name="csX13" fmla="*/ 4137825 w 12031925"/>
                <a:gd name="csY13" fmla="*/ 1263248 h 2421274"/>
                <a:gd name="csX14" fmla="*/ 4170717 w 12031925"/>
                <a:gd name="csY14" fmla="*/ 1039582 h 2421274"/>
                <a:gd name="csX15" fmla="*/ 4243079 w 12031925"/>
                <a:gd name="csY15" fmla="*/ 1250091 h 2421274"/>
                <a:gd name="csX16" fmla="*/ 4249658 w 12031925"/>
                <a:gd name="csY16" fmla="*/ 1026425 h 2421274"/>
                <a:gd name="csX17" fmla="*/ 4308864 w 12031925"/>
                <a:gd name="csY17" fmla="*/ 1256669 h 2421274"/>
                <a:gd name="csX18" fmla="*/ 4361491 w 12031925"/>
                <a:gd name="csY18" fmla="*/ 1046160 h 2421274"/>
                <a:gd name="csX19" fmla="*/ 4460167 w 12031925"/>
                <a:gd name="csY19" fmla="*/ 1276405 h 2421274"/>
                <a:gd name="csX20" fmla="*/ 4532530 w 12031925"/>
                <a:gd name="csY20" fmla="*/ 954062 h 2421274"/>
                <a:gd name="csX21" fmla="*/ 4598314 w 12031925"/>
                <a:gd name="csY21" fmla="*/ 1296140 h 2421274"/>
                <a:gd name="csX22" fmla="*/ 4657520 w 12031925"/>
                <a:gd name="csY22" fmla="*/ 1006690 h 2421274"/>
                <a:gd name="csX23" fmla="*/ 4703569 w 12031925"/>
                <a:gd name="csY23" fmla="*/ 1289562 h 2421274"/>
                <a:gd name="csX24" fmla="*/ 4723304 w 12031925"/>
                <a:gd name="csY24" fmla="*/ 1019846 h 2421274"/>
                <a:gd name="csX25" fmla="*/ 4802245 w 12031925"/>
                <a:gd name="csY25" fmla="*/ 1289562 h 2421274"/>
                <a:gd name="csX26" fmla="*/ 4854872 w 12031925"/>
                <a:gd name="csY26" fmla="*/ 1046160 h 2421274"/>
                <a:gd name="csX27" fmla="*/ 4940392 w 12031925"/>
                <a:gd name="csY27" fmla="*/ 1276405 h 2421274"/>
                <a:gd name="csX28" fmla="*/ 5006176 w 12031925"/>
                <a:gd name="csY28" fmla="*/ 1026425 h 2421274"/>
                <a:gd name="csX29" fmla="*/ 5098274 w 12031925"/>
                <a:gd name="csY29" fmla="*/ 1256669 h 2421274"/>
                <a:gd name="csX30" fmla="*/ 5144323 w 12031925"/>
                <a:gd name="csY30" fmla="*/ 1026425 h 2421274"/>
                <a:gd name="csX31" fmla="*/ 5223264 w 12031925"/>
                <a:gd name="csY31" fmla="*/ 1250091 h 2421274"/>
                <a:gd name="csX32" fmla="*/ 5249577 w 12031925"/>
                <a:gd name="csY32" fmla="*/ 960641 h 2421274"/>
                <a:gd name="csX33" fmla="*/ 5295626 w 12031925"/>
                <a:gd name="csY33" fmla="*/ 1269826 h 2421274"/>
                <a:gd name="csX34" fmla="*/ 5341675 w 12031925"/>
                <a:gd name="csY34" fmla="*/ 993533 h 2421274"/>
                <a:gd name="csX35" fmla="*/ 5407459 w 12031925"/>
                <a:gd name="csY35" fmla="*/ 1263248 h 2421274"/>
                <a:gd name="csX36" fmla="*/ 5440351 w 12031925"/>
                <a:gd name="csY36" fmla="*/ 875121 h 2421274"/>
                <a:gd name="csX37" fmla="*/ 5499557 w 12031925"/>
                <a:gd name="csY37" fmla="*/ 1243513 h 2421274"/>
                <a:gd name="csX38" fmla="*/ 5565341 w 12031925"/>
                <a:gd name="csY38" fmla="*/ 908013 h 2421274"/>
                <a:gd name="csX39" fmla="*/ 5664018 w 12031925"/>
                <a:gd name="csY39" fmla="*/ 1250091 h 2421274"/>
                <a:gd name="csX40" fmla="*/ 5710066 w 12031925"/>
                <a:gd name="csY40" fmla="*/ 1000111 h 2421274"/>
                <a:gd name="csX41" fmla="*/ 5828478 w 12031925"/>
                <a:gd name="csY41" fmla="*/ 2276324 h 2421274"/>
                <a:gd name="csX42" fmla="*/ 5854792 w 12031925"/>
                <a:gd name="csY42" fmla="*/ 177809 h 2421274"/>
                <a:gd name="csX43" fmla="*/ 5913997 w 12031925"/>
                <a:gd name="csY43" fmla="*/ 2315795 h 2421274"/>
                <a:gd name="csX44" fmla="*/ 5986360 w 12031925"/>
                <a:gd name="csY44" fmla="*/ 289642 h 2421274"/>
                <a:gd name="csX45" fmla="*/ 6025830 w 12031925"/>
                <a:gd name="csY45" fmla="*/ 2276324 h 2421274"/>
                <a:gd name="csX46" fmla="*/ 6091615 w 12031925"/>
                <a:gd name="csY46" fmla="*/ 192 h 2421274"/>
                <a:gd name="csX47" fmla="*/ 6144242 w 12031925"/>
                <a:gd name="csY47" fmla="*/ 2421049 h 2421274"/>
                <a:gd name="csX48" fmla="*/ 6170556 w 12031925"/>
                <a:gd name="csY48" fmla="*/ 158074 h 2421274"/>
                <a:gd name="csX49" fmla="*/ 6229761 w 12031925"/>
                <a:gd name="csY49" fmla="*/ 2394736 h 2421274"/>
                <a:gd name="csX50" fmla="*/ 6282389 w 12031925"/>
                <a:gd name="csY50" fmla="*/ 408054 h 2421274"/>
                <a:gd name="csX51" fmla="*/ 6341594 w 12031925"/>
                <a:gd name="csY51" fmla="*/ 2236854 h 2421274"/>
                <a:gd name="csX52" fmla="*/ 6407379 w 12031925"/>
                <a:gd name="csY52" fmla="*/ 934327 h 2421274"/>
                <a:gd name="csX53" fmla="*/ 6440271 w 12031925"/>
                <a:gd name="csY53" fmla="*/ 1894776 h 2421274"/>
                <a:gd name="csX54" fmla="*/ 6499477 w 12031925"/>
                <a:gd name="csY54" fmla="*/ 822494 h 2421274"/>
                <a:gd name="csX55" fmla="*/ 6532369 w 12031925"/>
                <a:gd name="csY55" fmla="*/ 1914511 h 2421274"/>
                <a:gd name="csX56" fmla="*/ 6578418 w 12031925"/>
                <a:gd name="csY56" fmla="*/ 408054 h 2421274"/>
                <a:gd name="csX57" fmla="*/ 6677094 w 12031925"/>
                <a:gd name="csY57" fmla="*/ 2164491 h 2421274"/>
                <a:gd name="csX58" fmla="*/ 6683672 w 12031925"/>
                <a:gd name="csY58" fmla="*/ 427789 h 2421274"/>
                <a:gd name="csX59" fmla="*/ 6749456 w 12031925"/>
                <a:gd name="csY59" fmla="*/ 1460600 h 2421274"/>
                <a:gd name="csX60" fmla="*/ 6762613 w 12031925"/>
                <a:gd name="csY60" fmla="*/ 269907 h 2421274"/>
                <a:gd name="csX61" fmla="*/ 6828397 w 12031925"/>
                <a:gd name="csY61" fmla="*/ 2388157 h 2421274"/>
                <a:gd name="csX62" fmla="*/ 6841554 w 12031925"/>
                <a:gd name="csY62" fmla="*/ 1348767 h 2421274"/>
                <a:gd name="csX63" fmla="*/ 6927074 w 12031925"/>
                <a:gd name="csY63" fmla="*/ 2111864 h 2421274"/>
                <a:gd name="csX64" fmla="*/ 6907338 w 12031925"/>
                <a:gd name="csY64" fmla="*/ 296221 h 2421274"/>
                <a:gd name="csX65" fmla="*/ 7012593 w 12031925"/>
                <a:gd name="csY65" fmla="*/ 2046080 h 2421274"/>
                <a:gd name="csX66" fmla="*/ 7045485 w 12031925"/>
                <a:gd name="csY66" fmla="*/ 309377 h 2421274"/>
                <a:gd name="csX67" fmla="*/ 7104691 w 12031925"/>
                <a:gd name="csY67" fmla="*/ 2026344 h 2421274"/>
                <a:gd name="csX68" fmla="*/ 7131005 w 12031925"/>
                <a:gd name="csY68" fmla="*/ 480416 h 2421274"/>
                <a:gd name="csX69" fmla="*/ 7203367 w 12031925"/>
                <a:gd name="csY69" fmla="*/ 1842149 h 2421274"/>
                <a:gd name="csX70" fmla="*/ 7216524 w 12031925"/>
                <a:gd name="csY70" fmla="*/ 677769 h 2421274"/>
                <a:gd name="csX71" fmla="*/ 7282308 w 12031925"/>
                <a:gd name="csY71" fmla="*/ 2013187 h 2421274"/>
                <a:gd name="csX72" fmla="*/ 7367828 w 12031925"/>
                <a:gd name="csY72" fmla="*/ 394897 h 2421274"/>
                <a:gd name="csX73" fmla="*/ 7400720 w 12031925"/>
                <a:gd name="csY73" fmla="*/ 1980295 h 2421274"/>
                <a:gd name="csX74" fmla="*/ 7512553 w 12031925"/>
                <a:gd name="csY74" fmla="*/ 519887 h 2421274"/>
                <a:gd name="csX75" fmla="*/ 7578337 w 12031925"/>
                <a:gd name="csY75" fmla="*/ 2000031 h 2421274"/>
                <a:gd name="csX76" fmla="*/ 7611229 w 12031925"/>
                <a:gd name="csY76" fmla="*/ 815916 h 2421274"/>
                <a:gd name="csX77" fmla="*/ 7696748 w 12031925"/>
                <a:gd name="csY77" fmla="*/ 1855305 h 2421274"/>
                <a:gd name="csX78" fmla="*/ 7723062 w 12031925"/>
                <a:gd name="csY78" fmla="*/ 697504 h 2421274"/>
                <a:gd name="csX79" fmla="*/ 7775689 w 12031925"/>
                <a:gd name="csY79" fmla="*/ 1822413 h 2421274"/>
                <a:gd name="csX80" fmla="*/ 7808582 w 12031925"/>
                <a:gd name="csY80" fmla="*/ 829072 h 2421274"/>
                <a:gd name="csX81" fmla="*/ 7880944 w 12031925"/>
                <a:gd name="csY81" fmla="*/ 1782943 h 2421274"/>
                <a:gd name="csX82" fmla="*/ 7933571 w 12031925"/>
                <a:gd name="csY82" fmla="*/ 940905 h 2421274"/>
                <a:gd name="csX83" fmla="*/ 7992777 w 12031925"/>
                <a:gd name="csY83" fmla="*/ 1697423 h 2421274"/>
                <a:gd name="csX84" fmla="*/ 8045405 w 12031925"/>
                <a:gd name="csY84" fmla="*/ 901435 h 2421274"/>
                <a:gd name="csX85" fmla="*/ 8124346 w 12031925"/>
                <a:gd name="csY85" fmla="*/ 1664531 h 2421274"/>
                <a:gd name="csX86" fmla="*/ 8190130 w 12031925"/>
                <a:gd name="csY86" fmla="*/ 1013268 h 2421274"/>
                <a:gd name="csX87" fmla="*/ 8216443 w 12031925"/>
                <a:gd name="csY87" fmla="*/ 1421130 h 2421274"/>
                <a:gd name="csX88" fmla="*/ 8242757 w 12031925"/>
                <a:gd name="csY88" fmla="*/ 1144836 h 2421274"/>
                <a:gd name="csX89" fmla="*/ 8328277 w 12031925"/>
                <a:gd name="csY89" fmla="*/ 1704002 h 2421274"/>
                <a:gd name="csX90" fmla="*/ 8354590 w 12031925"/>
                <a:gd name="csY90" fmla="*/ 1263248 h 2421274"/>
                <a:gd name="csX91" fmla="*/ 8453266 w 12031925"/>
                <a:gd name="csY91" fmla="*/ 1664531 h 2421274"/>
                <a:gd name="csX92" fmla="*/ 8486159 w 12031925"/>
                <a:gd name="csY92" fmla="*/ 1006690 h 2421274"/>
                <a:gd name="csX93" fmla="*/ 8565100 w 12031925"/>
                <a:gd name="csY93" fmla="*/ 1651375 h 2421274"/>
                <a:gd name="csX94" fmla="*/ 8591413 w 12031925"/>
                <a:gd name="csY94" fmla="*/ 1118523 h 2421274"/>
                <a:gd name="csX95" fmla="*/ 8663776 w 12031925"/>
                <a:gd name="csY95" fmla="*/ 1585590 h 2421274"/>
                <a:gd name="csX96" fmla="*/ 8722982 w 12031925"/>
                <a:gd name="csY96" fmla="*/ 1210621 h 2421274"/>
                <a:gd name="csX97" fmla="*/ 8782187 w 12031925"/>
                <a:gd name="csY97" fmla="*/ 1592169 h 2421274"/>
                <a:gd name="csX98" fmla="*/ 8841393 w 12031925"/>
                <a:gd name="csY98" fmla="*/ 1269826 h 2421274"/>
                <a:gd name="csX99" fmla="*/ 8894020 w 12031925"/>
                <a:gd name="csY99" fmla="*/ 1493493 h 2421274"/>
                <a:gd name="csX100" fmla="*/ 8926912 w 12031925"/>
                <a:gd name="csY100" fmla="*/ 1296140 h 2421274"/>
                <a:gd name="csX101" fmla="*/ 8979540 w 12031925"/>
                <a:gd name="csY101" fmla="*/ 1559277 h 2421274"/>
                <a:gd name="csX102" fmla="*/ 9051902 w 12031925"/>
                <a:gd name="csY102" fmla="*/ 1289562 h 2421274"/>
                <a:gd name="csX103" fmla="*/ 9117687 w 12031925"/>
                <a:gd name="csY103" fmla="*/ 1539541 h 2421274"/>
                <a:gd name="csX104" fmla="*/ 9130843 w 12031925"/>
                <a:gd name="csY104" fmla="*/ 1243513 h 2421274"/>
                <a:gd name="csX105" fmla="*/ 9183471 w 12031925"/>
                <a:gd name="csY105" fmla="*/ 1486914 h 2421274"/>
                <a:gd name="csX106" fmla="*/ 9222941 w 12031925"/>
                <a:gd name="csY106" fmla="*/ 1190885 h 2421274"/>
                <a:gd name="csX107" fmla="*/ 9268990 w 12031925"/>
                <a:gd name="csY107" fmla="*/ 1493493 h 2421274"/>
                <a:gd name="csX108" fmla="*/ 9380823 w 12031925"/>
                <a:gd name="csY108" fmla="*/ 1256669 h 2421274"/>
                <a:gd name="csX109" fmla="*/ 9466343 w 12031925"/>
                <a:gd name="csY109" fmla="*/ 1394816 h 2421274"/>
                <a:gd name="csX110" fmla="*/ 9551862 w 12031925"/>
                <a:gd name="csY110" fmla="*/ 1250091 h 2421274"/>
                <a:gd name="csX111" fmla="*/ 9611068 w 12031925"/>
                <a:gd name="csY111" fmla="*/ 1335610 h 2421274"/>
                <a:gd name="csX112" fmla="*/ 9709744 w 12031925"/>
                <a:gd name="csY112" fmla="*/ 1269826 h 2421274"/>
                <a:gd name="csX113" fmla="*/ 9768950 w 12031925"/>
                <a:gd name="csY113" fmla="*/ 1335610 h 2421274"/>
                <a:gd name="csX114" fmla="*/ 9834734 w 12031925"/>
                <a:gd name="csY114" fmla="*/ 1269826 h 2421274"/>
                <a:gd name="csX115" fmla="*/ 9887361 w 12031925"/>
                <a:gd name="csY115" fmla="*/ 1322454 h 2421274"/>
                <a:gd name="csX116" fmla="*/ 9939989 w 12031925"/>
                <a:gd name="csY116" fmla="*/ 1256669 h 2421274"/>
                <a:gd name="csX117" fmla="*/ 9999194 w 12031925"/>
                <a:gd name="csY117" fmla="*/ 1315875 h 2421274"/>
                <a:gd name="csX118" fmla="*/ 10045243 w 12031925"/>
                <a:gd name="csY118" fmla="*/ 1263248 h 2421274"/>
                <a:gd name="csX119" fmla="*/ 10130763 w 12031925"/>
                <a:gd name="csY119" fmla="*/ 1315875 h 2421274"/>
                <a:gd name="csX120" fmla="*/ 10236018 w 12031925"/>
                <a:gd name="csY120" fmla="*/ 1263248 h 2421274"/>
                <a:gd name="csX121" fmla="*/ 10328115 w 12031925"/>
                <a:gd name="csY121" fmla="*/ 1302718 h 2421274"/>
                <a:gd name="csX122" fmla="*/ 10393900 w 12031925"/>
                <a:gd name="csY122" fmla="*/ 1276405 h 2421274"/>
                <a:gd name="csX123" fmla="*/ 10512311 w 12031925"/>
                <a:gd name="csY123" fmla="*/ 1302718 h 2421274"/>
                <a:gd name="csX124" fmla="*/ 10663615 w 12031925"/>
                <a:gd name="csY124" fmla="*/ 1276405 h 2421274"/>
                <a:gd name="csX125" fmla="*/ 10775448 w 12031925"/>
                <a:gd name="csY125" fmla="*/ 1302718 h 2421274"/>
                <a:gd name="csX126" fmla="*/ 10841232 w 12031925"/>
                <a:gd name="csY126" fmla="*/ 1302718 h 2421274"/>
                <a:gd name="csX127" fmla="*/ 10920173 w 12031925"/>
                <a:gd name="csY127" fmla="*/ 1335610 h 2421274"/>
                <a:gd name="csX128" fmla="*/ 11110947 w 12031925"/>
                <a:gd name="csY128" fmla="*/ 1322454 h 2421274"/>
                <a:gd name="csX129" fmla="*/ 11209623 w 12031925"/>
                <a:gd name="csY129" fmla="*/ 1329032 h 2421274"/>
                <a:gd name="csX130" fmla="*/ 11341192 w 12031925"/>
                <a:gd name="csY130" fmla="*/ 1361924 h 2421274"/>
                <a:gd name="csX131" fmla="*/ 11466182 w 12031925"/>
                <a:gd name="csY131" fmla="*/ 1348767 h 2421274"/>
                <a:gd name="csX132" fmla="*/ 11656956 w 12031925"/>
                <a:gd name="csY132" fmla="*/ 1302718 h 2421274"/>
                <a:gd name="csX133" fmla="*/ 12031925 w 12031925"/>
                <a:gd name="csY133" fmla="*/ 1335610 h 2421274"/>
                <a:gd name="csX0" fmla="*/ 0 w 11656956"/>
                <a:gd name="csY0" fmla="*/ 1138258 h 2421274"/>
                <a:gd name="csX1" fmla="*/ 1434095 w 11656956"/>
                <a:gd name="csY1" fmla="*/ 1144836 h 2421274"/>
                <a:gd name="csX2" fmla="*/ 2605053 w 11656956"/>
                <a:gd name="csY2" fmla="*/ 1125101 h 2421274"/>
                <a:gd name="csX3" fmla="*/ 3427356 w 11656956"/>
                <a:gd name="csY3" fmla="*/ 1131680 h 2421274"/>
                <a:gd name="csX4" fmla="*/ 3473405 w 11656956"/>
                <a:gd name="csY4" fmla="*/ 1125101 h 2421274"/>
                <a:gd name="csX5" fmla="*/ 3585238 w 11656956"/>
                <a:gd name="csY5" fmla="*/ 1256669 h 2421274"/>
                <a:gd name="csX6" fmla="*/ 3624708 w 11656956"/>
                <a:gd name="csY6" fmla="*/ 1197464 h 2421274"/>
                <a:gd name="csX7" fmla="*/ 3710228 w 11656956"/>
                <a:gd name="csY7" fmla="*/ 1282983 h 2421274"/>
                <a:gd name="csX8" fmla="*/ 3789169 w 11656956"/>
                <a:gd name="csY8" fmla="*/ 1039582 h 2421274"/>
                <a:gd name="csX9" fmla="*/ 3854953 w 11656956"/>
                <a:gd name="csY9" fmla="*/ 1282983 h 2421274"/>
                <a:gd name="csX10" fmla="*/ 3940472 w 11656956"/>
                <a:gd name="csY10" fmla="*/ 1026425 h 2421274"/>
                <a:gd name="csX11" fmla="*/ 4012835 w 11656956"/>
                <a:gd name="csY11" fmla="*/ 1250091 h 2421274"/>
                <a:gd name="csX12" fmla="*/ 4098354 w 11656956"/>
                <a:gd name="csY12" fmla="*/ 1039582 h 2421274"/>
                <a:gd name="csX13" fmla="*/ 4137825 w 11656956"/>
                <a:gd name="csY13" fmla="*/ 1263248 h 2421274"/>
                <a:gd name="csX14" fmla="*/ 4170717 w 11656956"/>
                <a:gd name="csY14" fmla="*/ 1039582 h 2421274"/>
                <a:gd name="csX15" fmla="*/ 4243079 w 11656956"/>
                <a:gd name="csY15" fmla="*/ 1250091 h 2421274"/>
                <a:gd name="csX16" fmla="*/ 4249658 w 11656956"/>
                <a:gd name="csY16" fmla="*/ 1026425 h 2421274"/>
                <a:gd name="csX17" fmla="*/ 4308864 w 11656956"/>
                <a:gd name="csY17" fmla="*/ 1256669 h 2421274"/>
                <a:gd name="csX18" fmla="*/ 4361491 w 11656956"/>
                <a:gd name="csY18" fmla="*/ 1046160 h 2421274"/>
                <a:gd name="csX19" fmla="*/ 4460167 w 11656956"/>
                <a:gd name="csY19" fmla="*/ 1276405 h 2421274"/>
                <a:gd name="csX20" fmla="*/ 4532530 w 11656956"/>
                <a:gd name="csY20" fmla="*/ 954062 h 2421274"/>
                <a:gd name="csX21" fmla="*/ 4598314 w 11656956"/>
                <a:gd name="csY21" fmla="*/ 1296140 h 2421274"/>
                <a:gd name="csX22" fmla="*/ 4657520 w 11656956"/>
                <a:gd name="csY22" fmla="*/ 1006690 h 2421274"/>
                <a:gd name="csX23" fmla="*/ 4703569 w 11656956"/>
                <a:gd name="csY23" fmla="*/ 1289562 h 2421274"/>
                <a:gd name="csX24" fmla="*/ 4723304 w 11656956"/>
                <a:gd name="csY24" fmla="*/ 1019846 h 2421274"/>
                <a:gd name="csX25" fmla="*/ 4802245 w 11656956"/>
                <a:gd name="csY25" fmla="*/ 1289562 h 2421274"/>
                <a:gd name="csX26" fmla="*/ 4854872 w 11656956"/>
                <a:gd name="csY26" fmla="*/ 1046160 h 2421274"/>
                <a:gd name="csX27" fmla="*/ 4940392 w 11656956"/>
                <a:gd name="csY27" fmla="*/ 1276405 h 2421274"/>
                <a:gd name="csX28" fmla="*/ 5006176 w 11656956"/>
                <a:gd name="csY28" fmla="*/ 1026425 h 2421274"/>
                <a:gd name="csX29" fmla="*/ 5098274 w 11656956"/>
                <a:gd name="csY29" fmla="*/ 1256669 h 2421274"/>
                <a:gd name="csX30" fmla="*/ 5144323 w 11656956"/>
                <a:gd name="csY30" fmla="*/ 1026425 h 2421274"/>
                <a:gd name="csX31" fmla="*/ 5223264 w 11656956"/>
                <a:gd name="csY31" fmla="*/ 1250091 h 2421274"/>
                <a:gd name="csX32" fmla="*/ 5249577 w 11656956"/>
                <a:gd name="csY32" fmla="*/ 960641 h 2421274"/>
                <a:gd name="csX33" fmla="*/ 5295626 w 11656956"/>
                <a:gd name="csY33" fmla="*/ 1269826 h 2421274"/>
                <a:gd name="csX34" fmla="*/ 5341675 w 11656956"/>
                <a:gd name="csY34" fmla="*/ 993533 h 2421274"/>
                <a:gd name="csX35" fmla="*/ 5407459 w 11656956"/>
                <a:gd name="csY35" fmla="*/ 1263248 h 2421274"/>
                <a:gd name="csX36" fmla="*/ 5440351 w 11656956"/>
                <a:gd name="csY36" fmla="*/ 875121 h 2421274"/>
                <a:gd name="csX37" fmla="*/ 5499557 w 11656956"/>
                <a:gd name="csY37" fmla="*/ 1243513 h 2421274"/>
                <a:gd name="csX38" fmla="*/ 5565341 w 11656956"/>
                <a:gd name="csY38" fmla="*/ 908013 h 2421274"/>
                <a:gd name="csX39" fmla="*/ 5664018 w 11656956"/>
                <a:gd name="csY39" fmla="*/ 1250091 h 2421274"/>
                <a:gd name="csX40" fmla="*/ 5710066 w 11656956"/>
                <a:gd name="csY40" fmla="*/ 1000111 h 2421274"/>
                <a:gd name="csX41" fmla="*/ 5828478 w 11656956"/>
                <a:gd name="csY41" fmla="*/ 2276324 h 2421274"/>
                <a:gd name="csX42" fmla="*/ 5854792 w 11656956"/>
                <a:gd name="csY42" fmla="*/ 177809 h 2421274"/>
                <a:gd name="csX43" fmla="*/ 5913997 w 11656956"/>
                <a:gd name="csY43" fmla="*/ 2315795 h 2421274"/>
                <a:gd name="csX44" fmla="*/ 5986360 w 11656956"/>
                <a:gd name="csY44" fmla="*/ 289642 h 2421274"/>
                <a:gd name="csX45" fmla="*/ 6025830 w 11656956"/>
                <a:gd name="csY45" fmla="*/ 2276324 h 2421274"/>
                <a:gd name="csX46" fmla="*/ 6091615 w 11656956"/>
                <a:gd name="csY46" fmla="*/ 192 h 2421274"/>
                <a:gd name="csX47" fmla="*/ 6144242 w 11656956"/>
                <a:gd name="csY47" fmla="*/ 2421049 h 2421274"/>
                <a:gd name="csX48" fmla="*/ 6170556 w 11656956"/>
                <a:gd name="csY48" fmla="*/ 158074 h 2421274"/>
                <a:gd name="csX49" fmla="*/ 6229761 w 11656956"/>
                <a:gd name="csY49" fmla="*/ 2394736 h 2421274"/>
                <a:gd name="csX50" fmla="*/ 6282389 w 11656956"/>
                <a:gd name="csY50" fmla="*/ 408054 h 2421274"/>
                <a:gd name="csX51" fmla="*/ 6341594 w 11656956"/>
                <a:gd name="csY51" fmla="*/ 2236854 h 2421274"/>
                <a:gd name="csX52" fmla="*/ 6407379 w 11656956"/>
                <a:gd name="csY52" fmla="*/ 934327 h 2421274"/>
                <a:gd name="csX53" fmla="*/ 6440271 w 11656956"/>
                <a:gd name="csY53" fmla="*/ 1894776 h 2421274"/>
                <a:gd name="csX54" fmla="*/ 6499477 w 11656956"/>
                <a:gd name="csY54" fmla="*/ 822494 h 2421274"/>
                <a:gd name="csX55" fmla="*/ 6532369 w 11656956"/>
                <a:gd name="csY55" fmla="*/ 1914511 h 2421274"/>
                <a:gd name="csX56" fmla="*/ 6578418 w 11656956"/>
                <a:gd name="csY56" fmla="*/ 408054 h 2421274"/>
                <a:gd name="csX57" fmla="*/ 6677094 w 11656956"/>
                <a:gd name="csY57" fmla="*/ 2164491 h 2421274"/>
                <a:gd name="csX58" fmla="*/ 6683672 w 11656956"/>
                <a:gd name="csY58" fmla="*/ 427789 h 2421274"/>
                <a:gd name="csX59" fmla="*/ 6749456 w 11656956"/>
                <a:gd name="csY59" fmla="*/ 1460600 h 2421274"/>
                <a:gd name="csX60" fmla="*/ 6762613 w 11656956"/>
                <a:gd name="csY60" fmla="*/ 269907 h 2421274"/>
                <a:gd name="csX61" fmla="*/ 6828397 w 11656956"/>
                <a:gd name="csY61" fmla="*/ 2388157 h 2421274"/>
                <a:gd name="csX62" fmla="*/ 6841554 w 11656956"/>
                <a:gd name="csY62" fmla="*/ 1348767 h 2421274"/>
                <a:gd name="csX63" fmla="*/ 6927074 w 11656956"/>
                <a:gd name="csY63" fmla="*/ 2111864 h 2421274"/>
                <a:gd name="csX64" fmla="*/ 6907338 w 11656956"/>
                <a:gd name="csY64" fmla="*/ 296221 h 2421274"/>
                <a:gd name="csX65" fmla="*/ 7012593 w 11656956"/>
                <a:gd name="csY65" fmla="*/ 2046080 h 2421274"/>
                <a:gd name="csX66" fmla="*/ 7045485 w 11656956"/>
                <a:gd name="csY66" fmla="*/ 309377 h 2421274"/>
                <a:gd name="csX67" fmla="*/ 7104691 w 11656956"/>
                <a:gd name="csY67" fmla="*/ 2026344 h 2421274"/>
                <a:gd name="csX68" fmla="*/ 7131005 w 11656956"/>
                <a:gd name="csY68" fmla="*/ 480416 h 2421274"/>
                <a:gd name="csX69" fmla="*/ 7203367 w 11656956"/>
                <a:gd name="csY69" fmla="*/ 1842149 h 2421274"/>
                <a:gd name="csX70" fmla="*/ 7216524 w 11656956"/>
                <a:gd name="csY70" fmla="*/ 677769 h 2421274"/>
                <a:gd name="csX71" fmla="*/ 7282308 w 11656956"/>
                <a:gd name="csY71" fmla="*/ 2013187 h 2421274"/>
                <a:gd name="csX72" fmla="*/ 7367828 w 11656956"/>
                <a:gd name="csY72" fmla="*/ 394897 h 2421274"/>
                <a:gd name="csX73" fmla="*/ 7400720 w 11656956"/>
                <a:gd name="csY73" fmla="*/ 1980295 h 2421274"/>
                <a:gd name="csX74" fmla="*/ 7512553 w 11656956"/>
                <a:gd name="csY74" fmla="*/ 519887 h 2421274"/>
                <a:gd name="csX75" fmla="*/ 7578337 w 11656956"/>
                <a:gd name="csY75" fmla="*/ 2000031 h 2421274"/>
                <a:gd name="csX76" fmla="*/ 7611229 w 11656956"/>
                <a:gd name="csY76" fmla="*/ 815916 h 2421274"/>
                <a:gd name="csX77" fmla="*/ 7696748 w 11656956"/>
                <a:gd name="csY77" fmla="*/ 1855305 h 2421274"/>
                <a:gd name="csX78" fmla="*/ 7723062 w 11656956"/>
                <a:gd name="csY78" fmla="*/ 697504 h 2421274"/>
                <a:gd name="csX79" fmla="*/ 7775689 w 11656956"/>
                <a:gd name="csY79" fmla="*/ 1822413 h 2421274"/>
                <a:gd name="csX80" fmla="*/ 7808582 w 11656956"/>
                <a:gd name="csY80" fmla="*/ 829072 h 2421274"/>
                <a:gd name="csX81" fmla="*/ 7880944 w 11656956"/>
                <a:gd name="csY81" fmla="*/ 1782943 h 2421274"/>
                <a:gd name="csX82" fmla="*/ 7933571 w 11656956"/>
                <a:gd name="csY82" fmla="*/ 940905 h 2421274"/>
                <a:gd name="csX83" fmla="*/ 7992777 w 11656956"/>
                <a:gd name="csY83" fmla="*/ 1697423 h 2421274"/>
                <a:gd name="csX84" fmla="*/ 8045405 w 11656956"/>
                <a:gd name="csY84" fmla="*/ 901435 h 2421274"/>
                <a:gd name="csX85" fmla="*/ 8124346 w 11656956"/>
                <a:gd name="csY85" fmla="*/ 1664531 h 2421274"/>
                <a:gd name="csX86" fmla="*/ 8190130 w 11656956"/>
                <a:gd name="csY86" fmla="*/ 1013268 h 2421274"/>
                <a:gd name="csX87" fmla="*/ 8216443 w 11656956"/>
                <a:gd name="csY87" fmla="*/ 1421130 h 2421274"/>
                <a:gd name="csX88" fmla="*/ 8242757 w 11656956"/>
                <a:gd name="csY88" fmla="*/ 1144836 h 2421274"/>
                <a:gd name="csX89" fmla="*/ 8328277 w 11656956"/>
                <a:gd name="csY89" fmla="*/ 1704002 h 2421274"/>
                <a:gd name="csX90" fmla="*/ 8354590 w 11656956"/>
                <a:gd name="csY90" fmla="*/ 1263248 h 2421274"/>
                <a:gd name="csX91" fmla="*/ 8453266 w 11656956"/>
                <a:gd name="csY91" fmla="*/ 1664531 h 2421274"/>
                <a:gd name="csX92" fmla="*/ 8486159 w 11656956"/>
                <a:gd name="csY92" fmla="*/ 1006690 h 2421274"/>
                <a:gd name="csX93" fmla="*/ 8565100 w 11656956"/>
                <a:gd name="csY93" fmla="*/ 1651375 h 2421274"/>
                <a:gd name="csX94" fmla="*/ 8591413 w 11656956"/>
                <a:gd name="csY94" fmla="*/ 1118523 h 2421274"/>
                <a:gd name="csX95" fmla="*/ 8663776 w 11656956"/>
                <a:gd name="csY95" fmla="*/ 1585590 h 2421274"/>
                <a:gd name="csX96" fmla="*/ 8722982 w 11656956"/>
                <a:gd name="csY96" fmla="*/ 1210621 h 2421274"/>
                <a:gd name="csX97" fmla="*/ 8782187 w 11656956"/>
                <a:gd name="csY97" fmla="*/ 1592169 h 2421274"/>
                <a:gd name="csX98" fmla="*/ 8841393 w 11656956"/>
                <a:gd name="csY98" fmla="*/ 1269826 h 2421274"/>
                <a:gd name="csX99" fmla="*/ 8894020 w 11656956"/>
                <a:gd name="csY99" fmla="*/ 1493493 h 2421274"/>
                <a:gd name="csX100" fmla="*/ 8926912 w 11656956"/>
                <a:gd name="csY100" fmla="*/ 1296140 h 2421274"/>
                <a:gd name="csX101" fmla="*/ 8979540 w 11656956"/>
                <a:gd name="csY101" fmla="*/ 1559277 h 2421274"/>
                <a:gd name="csX102" fmla="*/ 9051902 w 11656956"/>
                <a:gd name="csY102" fmla="*/ 1289562 h 2421274"/>
                <a:gd name="csX103" fmla="*/ 9117687 w 11656956"/>
                <a:gd name="csY103" fmla="*/ 1539541 h 2421274"/>
                <a:gd name="csX104" fmla="*/ 9130843 w 11656956"/>
                <a:gd name="csY104" fmla="*/ 1243513 h 2421274"/>
                <a:gd name="csX105" fmla="*/ 9183471 w 11656956"/>
                <a:gd name="csY105" fmla="*/ 1486914 h 2421274"/>
                <a:gd name="csX106" fmla="*/ 9222941 w 11656956"/>
                <a:gd name="csY106" fmla="*/ 1190885 h 2421274"/>
                <a:gd name="csX107" fmla="*/ 9268990 w 11656956"/>
                <a:gd name="csY107" fmla="*/ 1493493 h 2421274"/>
                <a:gd name="csX108" fmla="*/ 9380823 w 11656956"/>
                <a:gd name="csY108" fmla="*/ 1256669 h 2421274"/>
                <a:gd name="csX109" fmla="*/ 9466343 w 11656956"/>
                <a:gd name="csY109" fmla="*/ 1394816 h 2421274"/>
                <a:gd name="csX110" fmla="*/ 9551862 w 11656956"/>
                <a:gd name="csY110" fmla="*/ 1250091 h 2421274"/>
                <a:gd name="csX111" fmla="*/ 9611068 w 11656956"/>
                <a:gd name="csY111" fmla="*/ 1335610 h 2421274"/>
                <a:gd name="csX112" fmla="*/ 9709744 w 11656956"/>
                <a:gd name="csY112" fmla="*/ 1269826 h 2421274"/>
                <a:gd name="csX113" fmla="*/ 9768950 w 11656956"/>
                <a:gd name="csY113" fmla="*/ 1335610 h 2421274"/>
                <a:gd name="csX114" fmla="*/ 9834734 w 11656956"/>
                <a:gd name="csY114" fmla="*/ 1269826 h 2421274"/>
                <a:gd name="csX115" fmla="*/ 9887361 w 11656956"/>
                <a:gd name="csY115" fmla="*/ 1322454 h 2421274"/>
                <a:gd name="csX116" fmla="*/ 9939989 w 11656956"/>
                <a:gd name="csY116" fmla="*/ 1256669 h 2421274"/>
                <a:gd name="csX117" fmla="*/ 9999194 w 11656956"/>
                <a:gd name="csY117" fmla="*/ 1315875 h 2421274"/>
                <a:gd name="csX118" fmla="*/ 10045243 w 11656956"/>
                <a:gd name="csY118" fmla="*/ 1263248 h 2421274"/>
                <a:gd name="csX119" fmla="*/ 10130763 w 11656956"/>
                <a:gd name="csY119" fmla="*/ 1315875 h 2421274"/>
                <a:gd name="csX120" fmla="*/ 10236018 w 11656956"/>
                <a:gd name="csY120" fmla="*/ 1263248 h 2421274"/>
                <a:gd name="csX121" fmla="*/ 10328115 w 11656956"/>
                <a:gd name="csY121" fmla="*/ 1302718 h 2421274"/>
                <a:gd name="csX122" fmla="*/ 10393900 w 11656956"/>
                <a:gd name="csY122" fmla="*/ 1276405 h 2421274"/>
                <a:gd name="csX123" fmla="*/ 10512311 w 11656956"/>
                <a:gd name="csY123" fmla="*/ 1302718 h 2421274"/>
                <a:gd name="csX124" fmla="*/ 10663615 w 11656956"/>
                <a:gd name="csY124" fmla="*/ 1276405 h 2421274"/>
                <a:gd name="csX125" fmla="*/ 10775448 w 11656956"/>
                <a:gd name="csY125" fmla="*/ 1302718 h 2421274"/>
                <a:gd name="csX126" fmla="*/ 10841232 w 11656956"/>
                <a:gd name="csY126" fmla="*/ 1302718 h 2421274"/>
                <a:gd name="csX127" fmla="*/ 10920173 w 11656956"/>
                <a:gd name="csY127" fmla="*/ 1335610 h 2421274"/>
                <a:gd name="csX128" fmla="*/ 11110947 w 11656956"/>
                <a:gd name="csY128" fmla="*/ 1322454 h 2421274"/>
                <a:gd name="csX129" fmla="*/ 11209623 w 11656956"/>
                <a:gd name="csY129" fmla="*/ 1329032 h 2421274"/>
                <a:gd name="csX130" fmla="*/ 11341192 w 11656956"/>
                <a:gd name="csY130" fmla="*/ 1361924 h 2421274"/>
                <a:gd name="csX131" fmla="*/ 11466182 w 11656956"/>
                <a:gd name="csY131" fmla="*/ 1348767 h 2421274"/>
                <a:gd name="csX132" fmla="*/ 11656956 w 11656956"/>
                <a:gd name="csY132" fmla="*/ 1302718 h 2421274"/>
                <a:gd name="csX0" fmla="*/ 0 w 11466182"/>
                <a:gd name="csY0" fmla="*/ 1138258 h 2421274"/>
                <a:gd name="csX1" fmla="*/ 1434095 w 11466182"/>
                <a:gd name="csY1" fmla="*/ 1144836 h 2421274"/>
                <a:gd name="csX2" fmla="*/ 2605053 w 11466182"/>
                <a:gd name="csY2" fmla="*/ 1125101 h 2421274"/>
                <a:gd name="csX3" fmla="*/ 3427356 w 11466182"/>
                <a:gd name="csY3" fmla="*/ 1131680 h 2421274"/>
                <a:gd name="csX4" fmla="*/ 3473405 w 11466182"/>
                <a:gd name="csY4" fmla="*/ 1125101 h 2421274"/>
                <a:gd name="csX5" fmla="*/ 3585238 w 11466182"/>
                <a:gd name="csY5" fmla="*/ 1256669 h 2421274"/>
                <a:gd name="csX6" fmla="*/ 3624708 w 11466182"/>
                <a:gd name="csY6" fmla="*/ 1197464 h 2421274"/>
                <a:gd name="csX7" fmla="*/ 3710228 w 11466182"/>
                <a:gd name="csY7" fmla="*/ 1282983 h 2421274"/>
                <a:gd name="csX8" fmla="*/ 3789169 w 11466182"/>
                <a:gd name="csY8" fmla="*/ 1039582 h 2421274"/>
                <a:gd name="csX9" fmla="*/ 3854953 w 11466182"/>
                <a:gd name="csY9" fmla="*/ 1282983 h 2421274"/>
                <a:gd name="csX10" fmla="*/ 3940472 w 11466182"/>
                <a:gd name="csY10" fmla="*/ 1026425 h 2421274"/>
                <a:gd name="csX11" fmla="*/ 4012835 w 11466182"/>
                <a:gd name="csY11" fmla="*/ 1250091 h 2421274"/>
                <a:gd name="csX12" fmla="*/ 4098354 w 11466182"/>
                <a:gd name="csY12" fmla="*/ 1039582 h 2421274"/>
                <a:gd name="csX13" fmla="*/ 4137825 w 11466182"/>
                <a:gd name="csY13" fmla="*/ 1263248 h 2421274"/>
                <a:gd name="csX14" fmla="*/ 4170717 w 11466182"/>
                <a:gd name="csY14" fmla="*/ 1039582 h 2421274"/>
                <a:gd name="csX15" fmla="*/ 4243079 w 11466182"/>
                <a:gd name="csY15" fmla="*/ 1250091 h 2421274"/>
                <a:gd name="csX16" fmla="*/ 4249658 w 11466182"/>
                <a:gd name="csY16" fmla="*/ 1026425 h 2421274"/>
                <a:gd name="csX17" fmla="*/ 4308864 w 11466182"/>
                <a:gd name="csY17" fmla="*/ 1256669 h 2421274"/>
                <a:gd name="csX18" fmla="*/ 4361491 w 11466182"/>
                <a:gd name="csY18" fmla="*/ 1046160 h 2421274"/>
                <a:gd name="csX19" fmla="*/ 4460167 w 11466182"/>
                <a:gd name="csY19" fmla="*/ 1276405 h 2421274"/>
                <a:gd name="csX20" fmla="*/ 4532530 w 11466182"/>
                <a:gd name="csY20" fmla="*/ 954062 h 2421274"/>
                <a:gd name="csX21" fmla="*/ 4598314 w 11466182"/>
                <a:gd name="csY21" fmla="*/ 1296140 h 2421274"/>
                <a:gd name="csX22" fmla="*/ 4657520 w 11466182"/>
                <a:gd name="csY22" fmla="*/ 1006690 h 2421274"/>
                <a:gd name="csX23" fmla="*/ 4703569 w 11466182"/>
                <a:gd name="csY23" fmla="*/ 1289562 h 2421274"/>
                <a:gd name="csX24" fmla="*/ 4723304 w 11466182"/>
                <a:gd name="csY24" fmla="*/ 1019846 h 2421274"/>
                <a:gd name="csX25" fmla="*/ 4802245 w 11466182"/>
                <a:gd name="csY25" fmla="*/ 1289562 h 2421274"/>
                <a:gd name="csX26" fmla="*/ 4854872 w 11466182"/>
                <a:gd name="csY26" fmla="*/ 1046160 h 2421274"/>
                <a:gd name="csX27" fmla="*/ 4940392 w 11466182"/>
                <a:gd name="csY27" fmla="*/ 1276405 h 2421274"/>
                <a:gd name="csX28" fmla="*/ 5006176 w 11466182"/>
                <a:gd name="csY28" fmla="*/ 1026425 h 2421274"/>
                <a:gd name="csX29" fmla="*/ 5098274 w 11466182"/>
                <a:gd name="csY29" fmla="*/ 1256669 h 2421274"/>
                <a:gd name="csX30" fmla="*/ 5144323 w 11466182"/>
                <a:gd name="csY30" fmla="*/ 1026425 h 2421274"/>
                <a:gd name="csX31" fmla="*/ 5223264 w 11466182"/>
                <a:gd name="csY31" fmla="*/ 1250091 h 2421274"/>
                <a:gd name="csX32" fmla="*/ 5249577 w 11466182"/>
                <a:gd name="csY32" fmla="*/ 960641 h 2421274"/>
                <a:gd name="csX33" fmla="*/ 5295626 w 11466182"/>
                <a:gd name="csY33" fmla="*/ 1269826 h 2421274"/>
                <a:gd name="csX34" fmla="*/ 5341675 w 11466182"/>
                <a:gd name="csY34" fmla="*/ 993533 h 2421274"/>
                <a:gd name="csX35" fmla="*/ 5407459 w 11466182"/>
                <a:gd name="csY35" fmla="*/ 1263248 h 2421274"/>
                <a:gd name="csX36" fmla="*/ 5440351 w 11466182"/>
                <a:gd name="csY36" fmla="*/ 875121 h 2421274"/>
                <a:gd name="csX37" fmla="*/ 5499557 w 11466182"/>
                <a:gd name="csY37" fmla="*/ 1243513 h 2421274"/>
                <a:gd name="csX38" fmla="*/ 5565341 w 11466182"/>
                <a:gd name="csY38" fmla="*/ 908013 h 2421274"/>
                <a:gd name="csX39" fmla="*/ 5664018 w 11466182"/>
                <a:gd name="csY39" fmla="*/ 1250091 h 2421274"/>
                <a:gd name="csX40" fmla="*/ 5710066 w 11466182"/>
                <a:gd name="csY40" fmla="*/ 1000111 h 2421274"/>
                <a:gd name="csX41" fmla="*/ 5828478 w 11466182"/>
                <a:gd name="csY41" fmla="*/ 2276324 h 2421274"/>
                <a:gd name="csX42" fmla="*/ 5854792 w 11466182"/>
                <a:gd name="csY42" fmla="*/ 177809 h 2421274"/>
                <a:gd name="csX43" fmla="*/ 5913997 w 11466182"/>
                <a:gd name="csY43" fmla="*/ 2315795 h 2421274"/>
                <a:gd name="csX44" fmla="*/ 5986360 w 11466182"/>
                <a:gd name="csY44" fmla="*/ 289642 h 2421274"/>
                <a:gd name="csX45" fmla="*/ 6025830 w 11466182"/>
                <a:gd name="csY45" fmla="*/ 2276324 h 2421274"/>
                <a:gd name="csX46" fmla="*/ 6091615 w 11466182"/>
                <a:gd name="csY46" fmla="*/ 192 h 2421274"/>
                <a:gd name="csX47" fmla="*/ 6144242 w 11466182"/>
                <a:gd name="csY47" fmla="*/ 2421049 h 2421274"/>
                <a:gd name="csX48" fmla="*/ 6170556 w 11466182"/>
                <a:gd name="csY48" fmla="*/ 158074 h 2421274"/>
                <a:gd name="csX49" fmla="*/ 6229761 w 11466182"/>
                <a:gd name="csY49" fmla="*/ 2394736 h 2421274"/>
                <a:gd name="csX50" fmla="*/ 6282389 w 11466182"/>
                <a:gd name="csY50" fmla="*/ 408054 h 2421274"/>
                <a:gd name="csX51" fmla="*/ 6341594 w 11466182"/>
                <a:gd name="csY51" fmla="*/ 2236854 h 2421274"/>
                <a:gd name="csX52" fmla="*/ 6407379 w 11466182"/>
                <a:gd name="csY52" fmla="*/ 934327 h 2421274"/>
                <a:gd name="csX53" fmla="*/ 6440271 w 11466182"/>
                <a:gd name="csY53" fmla="*/ 1894776 h 2421274"/>
                <a:gd name="csX54" fmla="*/ 6499477 w 11466182"/>
                <a:gd name="csY54" fmla="*/ 822494 h 2421274"/>
                <a:gd name="csX55" fmla="*/ 6532369 w 11466182"/>
                <a:gd name="csY55" fmla="*/ 1914511 h 2421274"/>
                <a:gd name="csX56" fmla="*/ 6578418 w 11466182"/>
                <a:gd name="csY56" fmla="*/ 408054 h 2421274"/>
                <a:gd name="csX57" fmla="*/ 6677094 w 11466182"/>
                <a:gd name="csY57" fmla="*/ 2164491 h 2421274"/>
                <a:gd name="csX58" fmla="*/ 6683672 w 11466182"/>
                <a:gd name="csY58" fmla="*/ 427789 h 2421274"/>
                <a:gd name="csX59" fmla="*/ 6749456 w 11466182"/>
                <a:gd name="csY59" fmla="*/ 1460600 h 2421274"/>
                <a:gd name="csX60" fmla="*/ 6762613 w 11466182"/>
                <a:gd name="csY60" fmla="*/ 269907 h 2421274"/>
                <a:gd name="csX61" fmla="*/ 6828397 w 11466182"/>
                <a:gd name="csY61" fmla="*/ 2388157 h 2421274"/>
                <a:gd name="csX62" fmla="*/ 6841554 w 11466182"/>
                <a:gd name="csY62" fmla="*/ 1348767 h 2421274"/>
                <a:gd name="csX63" fmla="*/ 6927074 w 11466182"/>
                <a:gd name="csY63" fmla="*/ 2111864 h 2421274"/>
                <a:gd name="csX64" fmla="*/ 6907338 w 11466182"/>
                <a:gd name="csY64" fmla="*/ 296221 h 2421274"/>
                <a:gd name="csX65" fmla="*/ 7012593 w 11466182"/>
                <a:gd name="csY65" fmla="*/ 2046080 h 2421274"/>
                <a:gd name="csX66" fmla="*/ 7045485 w 11466182"/>
                <a:gd name="csY66" fmla="*/ 309377 h 2421274"/>
                <a:gd name="csX67" fmla="*/ 7104691 w 11466182"/>
                <a:gd name="csY67" fmla="*/ 2026344 h 2421274"/>
                <a:gd name="csX68" fmla="*/ 7131005 w 11466182"/>
                <a:gd name="csY68" fmla="*/ 480416 h 2421274"/>
                <a:gd name="csX69" fmla="*/ 7203367 w 11466182"/>
                <a:gd name="csY69" fmla="*/ 1842149 h 2421274"/>
                <a:gd name="csX70" fmla="*/ 7216524 w 11466182"/>
                <a:gd name="csY70" fmla="*/ 677769 h 2421274"/>
                <a:gd name="csX71" fmla="*/ 7282308 w 11466182"/>
                <a:gd name="csY71" fmla="*/ 2013187 h 2421274"/>
                <a:gd name="csX72" fmla="*/ 7367828 w 11466182"/>
                <a:gd name="csY72" fmla="*/ 394897 h 2421274"/>
                <a:gd name="csX73" fmla="*/ 7400720 w 11466182"/>
                <a:gd name="csY73" fmla="*/ 1980295 h 2421274"/>
                <a:gd name="csX74" fmla="*/ 7512553 w 11466182"/>
                <a:gd name="csY74" fmla="*/ 519887 h 2421274"/>
                <a:gd name="csX75" fmla="*/ 7578337 w 11466182"/>
                <a:gd name="csY75" fmla="*/ 2000031 h 2421274"/>
                <a:gd name="csX76" fmla="*/ 7611229 w 11466182"/>
                <a:gd name="csY76" fmla="*/ 815916 h 2421274"/>
                <a:gd name="csX77" fmla="*/ 7696748 w 11466182"/>
                <a:gd name="csY77" fmla="*/ 1855305 h 2421274"/>
                <a:gd name="csX78" fmla="*/ 7723062 w 11466182"/>
                <a:gd name="csY78" fmla="*/ 697504 h 2421274"/>
                <a:gd name="csX79" fmla="*/ 7775689 w 11466182"/>
                <a:gd name="csY79" fmla="*/ 1822413 h 2421274"/>
                <a:gd name="csX80" fmla="*/ 7808582 w 11466182"/>
                <a:gd name="csY80" fmla="*/ 829072 h 2421274"/>
                <a:gd name="csX81" fmla="*/ 7880944 w 11466182"/>
                <a:gd name="csY81" fmla="*/ 1782943 h 2421274"/>
                <a:gd name="csX82" fmla="*/ 7933571 w 11466182"/>
                <a:gd name="csY82" fmla="*/ 940905 h 2421274"/>
                <a:gd name="csX83" fmla="*/ 7992777 w 11466182"/>
                <a:gd name="csY83" fmla="*/ 1697423 h 2421274"/>
                <a:gd name="csX84" fmla="*/ 8045405 w 11466182"/>
                <a:gd name="csY84" fmla="*/ 901435 h 2421274"/>
                <a:gd name="csX85" fmla="*/ 8124346 w 11466182"/>
                <a:gd name="csY85" fmla="*/ 1664531 h 2421274"/>
                <a:gd name="csX86" fmla="*/ 8190130 w 11466182"/>
                <a:gd name="csY86" fmla="*/ 1013268 h 2421274"/>
                <a:gd name="csX87" fmla="*/ 8216443 w 11466182"/>
                <a:gd name="csY87" fmla="*/ 1421130 h 2421274"/>
                <a:gd name="csX88" fmla="*/ 8242757 w 11466182"/>
                <a:gd name="csY88" fmla="*/ 1144836 h 2421274"/>
                <a:gd name="csX89" fmla="*/ 8328277 w 11466182"/>
                <a:gd name="csY89" fmla="*/ 1704002 h 2421274"/>
                <a:gd name="csX90" fmla="*/ 8354590 w 11466182"/>
                <a:gd name="csY90" fmla="*/ 1263248 h 2421274"/>
                <a:gd name="csX91" fmla="*/ 8453266 w 11466182"/>
                <a:gd name="csY91" fmla="*/ 1664531 h 2421274"/>
                <a:gd name="csX92" fmla="*/ 8486159 w 11466182"/>
                <a:gd name="csY92" fmla="*/ 1006690 h 2421274"/>
                <a:gd name="csX93" fmla="*/ 8565100 w 11466182"/>
                <a:gd name="csY93" fmla="*/ 1651375 h 2421274"/>
                <a:gd name="csX94" fmla="*/ 8591413 w 11466182"/>
                <a:gd name="csY94" fmla="*/ 1118523 h 2421274"/>
                <a:gd name="csX95" fmla="*/ 8663776 w 11466182"/>
                <a:gd name="csY95" fmla="*/ 1585590 h 2421274"/>
                <a:gd name="csX96" fmla="*/ 8722982 w 11466182"/>
                <a:gd name="csY96" fmla="*/ 1210621 h 2421274"/>
                <a:gd name="csX97" fmla="*/ 8782187 w 11466182"/>
                <a:gd name="csY97" fmla="*/ 1592169 h 2421274"/>
                <a:gd name="csX98" fmla="*/ 8841393 w 11466182"/>
                <a:gd name="csY98" fmla="*/ 1269826 h 2421274"/>
                <a:gd name="csX99" fmla="*/ 8894020 w 11466182"/>
                <a:gd name="csY99" fmla="*/ 1493493 h 2421274"/>
                <a:gd name="csX100" fmla="*/ 8926912 w 11466182"/>
                <a:gd name="csY100" fmla="*/ 1296140 h 2421274"/>
                <a:gd name="csX101" fmla="*/ 8979540 w 11466182"/>
                <a:gd name="csY101" fmla="*/ 1559277 h 2421274"/>
                <a:gd name="csX102" fmla="*/ 9051902 w 11466182"/>
                <a:gd name="csY102" fmla="*/ 1289562 h 2421274"/>
                <a:gd name="csX103" fmla="*/ 9117687 w 11466182"/>
                <a:gd name="csY103" fmla="*/ 1539541 h 2421274"/>
                <a:gd name="csX104" fmla="*/ 9130843 w 11466182"/>
                <a:gd name="csY104" fmla="*/ 1243513 h 2421274"/>
                <a:gd name="csX105" fmla="*/ 9183471 w 11466182"/>
                <a:gd name="csY105" fmla="*/ 1486914 h 2421274"/>
                <a:gd name="csX106" fmla="*/ 9222941 w 11466182"/>
                <a:gd name="csY106" fmla="*/ 1190885 h 2421274"/>
                <a:gd name="csX107" fmla="*/ 9268990 w 11466182"/>
                <a:gd name="csY107" fmla="*/ 1493493 h 2421274"/>
                <a:gd name="csX108" fmla="*/ 9380823 w 11466182"/>
                <a:gd name="csY108" fmla="*/ 1256669 h 2421274"/>
                <a:gd name="csX109" fmla="*/ 9466343 w 11466182"/>
                <a:gd name="csY109" fmla="*/ 1394816 h 2421274"/>
                <a:gd name="csX110" fmla="*/ 9551862 w 11466182"/>
                <a:gd name="csY110" fmla="*/ 1250091 h 2421274"/>
                <a:gd name="csX111" fmla="*/ 9611068 w 11466182"/>
                <a:gd name="csY111" fmla="*/ 1335610 h 2421274"/>
                <a:gd name="csX112" fmla="*/ 9709744 w 11466182"/>
                <a:gd name="csY112" fmla="*/ 1269826 h 2421274"/>
                <a:gd name="csX113" fmla="*/ 9768950 w 11466182"/>
                <a:gd name="csY113" fmla="*/ 1335610 h 2421274"/>
                <a:gd name="csX114" fmla="*/ 9834734 w 11466182"/>
                <a:gd name="csY114" fmla="*/ 1269826 h 2421274"/>
                <a:gd name="csX115" fmla="*/ 9887361 w 11466182"/>
                <a:gd name="csY115" fmla="*/ 1322454 h 2421274"/>
                <a:gd name="csX116" fmla="*/ 9939989 w 11466182"/>
                <a:gd name="csY116" fmla="*/ 1256669 h 2421274"/>
                <a:gd name="csX117" fmla="*/ 9999194 w 11466182"/>
                <a:gd name="csY117" fmla="*/ 1315875 h 2421274"/>
                <a:gd name="csX118" fmla="*/ 10045243 w 11466182"/>
                <a:gd name="csY118" fmla="*/ 1263248 h 2421274"/>
                <a:gd name="csX119" fmla="*/ 10130763 w 11466182"/>
                <a:gd name="csY119" fmla="*/ 1315875 h 2421274"/>
                <a:gd name="csX120" fmla="*/ 10236018 w 11466182"/>
                <a:gd name="csY120" fmla="*/ 1263248 h 2421274"/>
                <a:gd name="csX121" fmla="*/ 10328115 w 11466182"/>
                <a:gd name="csY121" fmla="*/ 1302718 h 2421274"/>
                <a:gd name="csX122" fmla="*/ 10393900 w 11466182"/>
                <a:gd name="csY122" fmla="*/ 1276405 h 2421274"/>
                <a:gd name="csX123" fmla="*/ 10512311 w 11466182"/>
                <a:gd name="csY123" fmla="*/ 1302718 h 2421274"/>
                <a:gd name="csX124" fmla="*/ 10663615 w 11466182"/>
                <a:gd name="csY124" fmla="*/ 1276405 h 2421274"/>
                <a:gd name="csX125" fmla="*/ 10775448 w 11466182"/>
                <a:gd name="csY125" fmla="*/ 1302718 h 2421274"/>
                <a:gd name="csX126" fmla="*/ 10841232 w 11466182"/>
                <a:gd name="csY126" fmla="*/ 1302718 h 2421274"/>
                <a:gd name="csX127" fmla="*/ 10920173 w 11466182"/>
                <a:gd name="csY127" fmla="*/ 1335610 h 2421274"/>
                <a:gd name="csX128" fmla="*/ 11110947 w 11466182"/>
                <a:gd name="csY128" fmla="*/ 1322454 h 2421274"/>
                <a:gd name="csX129" fmla="*/ 11209623 w 11466182"/>
                <a:gd name="csY129" fmla="*/ 1329032 h 2421274"/>
                <a:gd name="csX130" fmla="*/ 11341192 w 11466182"/>
                <a:gd name="csY130" fmla="*/ 1361924 h 2421274"/>
                <a:gd name="csX131" fmla="*/ 11466182 w 11466182"/>
                <a:gd name="csY131" fmla="*/ 1348767 h 2421274"/>
                <a:gd name="csX0" fmla="*/ 0 w 11341192"/>
                <a:gd name="csY0" fmla="*/ 1138258 h 2421274"/>
                <a:gd name="csX1" fmla="*/ 1434095 w 11341192"/>
                <a:gd name="csY1" fmla="*/ 1144836 h 2421274"/>
                <a:gd name="csX2" fmla="*/ 2605053 w 11341192"/>
                <a:gd name="csY2" fmla="*/ 1125101 h 2421274"/>
                <a:gd name="csX3" fmla="*/ 3427356 w 11341192"/>
                <a:gd name="csY3" fmla="*/ 1131680 h 2421274"/>
                <a:gd name="csX4" fmla="*/ 3473405 w 11341192"/>
                <a:gd name="csY4" fmla="*/ 1125101 h 2421274"/>
                <a:gd name="csX5" fmla="*/ 3585238 w 11341192"/>
                <a:gd name="csY5" fmla="*/ 1256669 h 2421274"/>
                <a:gd name="csX6" fmla="*/ 3624708 w 11341192"/>
                <a:gd name="csY6" fmla="*/ 1197464 h 2421274"/>
                <a:gd name="csX7" fmla="*/ 3710228 w 11341192"/>
                <a:gd name="csY7" fmla="*/ 1282983 h 2421274"/>
                <a:gd name="csX8" fmla="*/ 3789169 w 11341192"/>
                <a:gd name="csY8" fmla="*/ 1039582 h 2421274"/>
                <a:gd name="csX9" fmla="*/ 3854953 w 11341192"/>
                <a:gd name="csY9" fmla="*/ 1282983 h 2421274"/>
                <a:gd name="csX10" fmla="*/ 3940472 w 11341192"/>
                <a:gd name="csY10" fmla="*/ 1026425 h 2421274"/>
                <a:gd name="csX11" fmla="*/ 4012835 w 11341192"/>
                <a:gd name="csY11" fmla="*/ 1250091 h 2421274"/>
                <a:gd name="csX12" fmla="*/ 4098354 w 11341192"/>
                <a:gd name="csY12" fmla="*/ 1039582 h 2421274"/>
                <a:gd name="csX13" fmla="*/ 4137825 w 11341192"/>
                <a:gd name="csY13" fmla="*/ 1263248 h 2421274"/>
                <a:gd name="csX14" fmla="*/ 4170717 w 11341192"/>
                <a:gd name="csY14" fmla="*/ 1039582 h 2421274"/>
                <a:gd name="csX15" fmla="*/ 4243079 w 11341192"/>
                <a:gd name="csY15" fmla="*/ 1250091 h 2421274"/>
                <a:gd name="csX16" fmla="*/ 4249658 w 11341192"/>
                <a:gd name="csY16" fmla="*/ 1026425 h 2421274"/>
                <a:gd name="csX17" fmla="*/ 4308864 w 11341192"/>
                <a:gd name="csY17" fmla="*/ 1256669 h 2421274"/>
                <a:gd name="csX18" fmla="*/ 4361491 w 11341192"/>
                <a:gd name="csY18" fmla="*/ 1046160 h 2421274"/>
                <a:gd name="csX19" fmla="*/ 4460167 w 11341192"/>
                <a:gd name="csY19" fmla="*/ 1276405 h 2421274"/>
                <a:gd name="csX20" fmla="*/ 4532530 w 11341192"/>
                <a:gd name="csY20" fmla="*/ 954062 h 2421274"/>
                <a:gd name="csX21" fmla="*/ 4598314 w 11341192"/>
                <a:gd name="csY21" fmla="*/ 1296140 h 2421274"/>
                <a:gd name="csX22" fmla="*/ 4657520 w 11341192"/>
                <a:gd name="csY22" fmla="*/ 1006690 h 2421274"/>
                <a:gd name="csX23" fmla="*/ 4703569 w 11341192"/>
                <a:gd name="csY23" fmla="*/ 1289562 h 2421274"/>
                <a:gd name="csX24" fmla="*/ 4723304 w 11341192"/>
                <a:gd name="csY24" fmla="*/ 1019846 h 2421274"/>
                <a:gd name="csX25" fmla="*/ 4802245 w 11341192"/>
                <a:gd name="csY25" fmla="*/ 1289562 h 2421274"/>
                <a:gd name="csX26" fmla="*/ 4854872 w 11341192"/>
                <a:gd name="csY26" fmla="*/ 1046160 h 2421274"/>
                <a:gd name="csX27" fmla="*/ 4940392 w 11341192"/>
                <a:gd name="csY27" fmla="*/ 1276405 h 2421274"/>
                <a:gd name="csX28" fmla="*/ 5006176 w 11341192"/>
                <a:gd name="csY28" fmla="*/ 1026425 h 2421274"/>
                <a:gd name="csX29" fmla="*/ 5098274 w 11341192"/>
                <a:gd name="csY29" fmla="*/ 1256669 h 2421274"/>
                <a:gd name="csX30" fmla="*/ 5144323 w 11341192"/>
                <a:gd name="csY30" fmla="*/ 1026425 h 2421274"/>
                <a:gd name="csX31" fmla="*/ 5223264 w 11341192"/>
                <a:gd name="csY31" fmla="*/ 1250091 h 2421274"/>
                <a:gd name="csX32" fmla="*/ 5249577 w 11341192"/>
                <a:gd name="csY32" fmla="*/ 960641 h 2421274"/>
                <a:gd name="csX33" fmla="*/ 5295626 w 11341192"/>
                <a:gd name="csY33" fmla="*/ 1269826 h 2421274"/>
                <a:gd name="csX34" fmla="*/ 5341675 w 11341192"/>
                <a:gd name="csY34" fmla="*/ 993533 h 2421274"/>
                <a:gd name="csX35" fmla="*/ 5407459 w 11341192"/>
                <a:gd name="csY35" fmla="*/ 1263248 h 2421274"/>
                <a:gd name="csX36" fmla="*/ 5440351 w 11341192"/>
                <a:gd name="csY36" fmla="*/ 875121 h 2421274"/>
                <a:gd name="csX37" fmla="*/ 5499557 w 11341192"/>
                <a:gd name="csY37" fmla="*/ 1243513 h 2421274"/>
                <a:gd name="csX38" fmla="*/ 5565341 w 11341192"/>
                <a:gd name="csY38" fmla="*/ 908013 h 2421274"/>
                <a:gd name="csX39" fmla="*/ 5664018 w 11341192"/>
                <a:gd name="csY39" fmla="*/ 1250091 h 2421274"/>
                <a:gd name="csX40" fmla="*/ 5710066 w 11341192"/>
                <a:gd name="csY40" fmla="*/ 1000111 h 2421274"/>
                <a:gd name="csX41" fmla="*/ 5828478 w 11341192"/>
                <a:gd name="csY41" fmla="*/ 2276324 h 2421274"/>
                <a:gd name="csX42" fmla="*/ 5854792 w 11341192"/>
                <a:gd name="csY42" fmla="*/ 177809 h 2421274"/>
                <a:gd name="csX43" fmla="*/ 5913997 w 11341192"/>
                <a:gd name="csY43" fmla="*/ 2315795 h 2421274"/>
                <a:gd name="csX44" fmla="*/ 5986360 w 11341192"/>
                <a:gd name="csY44" fmla="*/ 289642 h 2421274"/>
                <a:gd name="csX45" fmla="*/ 6025830 w 11341192"/>
                <a:gd name="csY45" fmla="*/ 2276324 h 2421274"/>
                <a:gd name="csX46" fmla="*/ 6091615 w 11341192"/>
                <a:gd name="csY46" fmla="*/ 192 h 2421274"/>
                <a:gd name="csX47" fmla="*/ 6144242 w 11341192"/>
                <a:gd name="csY47" fmla="*/ 2421049 h 2421274"/>
                <a:gd name="csX48" fmla="*/ 6170556 w 11341192"/>
                <a:gd name="csY48" fmla="*/ 158074 h 2421274"/>
                <a:gd name="csX49" fmla="*/ 6229761 w 11341192"/>
                <a:gd name="csY49" fmla="*/ 2394736 h 2421274"/>
                <a:gd name="csX50" fmla="*/ 6282389 w 11341192"/>
                <a:gd name="csY50" fmla="*/ 408054 h 2421274"/>
                <a:gd name="csX51" fmla="*/ 6341594 w 11341192"/>
                <a:gd name="csY51" fmla="*/ 2236854 h 2421274"/>
                <a:gd name="csX52" fmla="*/ 6407379 w 11341192"/>
                <a:gd name="csY52" fmla="*/ 934327 h 2421274"/>
                <a:gd name="csX53" fmla="*/ 6440271 w 11341192"/>
                <a:gd name="csY53" fmla="*/ 1894776 h 2421274"/>
                <a:gd name="csX54" fmla="*/ 6499477 w 11341192"/>
                <a:gd name="csY54" fmla="*/ 822494 h 2421274"/>
                <a:gd name="csX55" fmla="*/ 6532369 w 11341192"/>
                <a:gd name="csY55" fmla="*/ 1914511 h 2421274"/>
                <a:gd name="csX56" fmla="*/ 6578418 w 11341192"/>
                <a:gd name="csY56" fmla="*/ 408054 h 2421274"/>
                <a:gd name="csX57" fmla="*/ 6677094 w 11341192"/>
                <a:gd name="csY57" fmla="*/ 2164491 h 2421274"/>
                <a:gd name="csX58" fmla="*/ 6683672 w 11341192"/>
                <a:gd name="csY58" fmla="*/ 427789 h 2421274"/>
                <a:gd name="csX59" fmla="*/ 6749456 w 11341192"/>
                <a:gd name="csY59" fmla="*/ 1460600 h 2421274"/>
                <a:gd name="csX60" fmla="*/ 6762613 w 11341192"/>
                <a:gd name="csY60" fmla="*/ 269907 h 2421274"/>
                <a:gd name="csX61" fmla="*/ 6828397 w 11341192"/>
                <a:gd name="csY61" fmla="*/ 2388157 h 2421274"/>
                <a:gd name="csX62" fmla="*/ 6841554 w 11341192"/>
                <a:gd name="csY62" fmla="*/ 1348767 h 2421274"/>
                <a:gd name="csX63" fmla="*/ 6927074 w 11341192"/>
                <a:gd name="csY63" fmla="*/ 2111864 h 2421274"/>
                <a:gd name="csX64" fmla="*/ 6907338 w 11341192"/>
                <a:gd name="csY64" fmla="*/ 296221 h 2421274"/>
                <a:gd name="csX65" fmla="*/ 7012593 w 11341192"/>
                <a:gd name="csY65" fmla="*/ 2046080 h 2421274"/>
                <a:gd name="csX66" fmla="*/ 7045485 w 11341192"/>
                <a:gd name="csY66" fmla="*/ 309377 h 2421274"/>
                <a:gd name="csX67" fmla="*/ 7104691 w 11341192"/>
                <a:gd name="csY67" fmla="*/ 2026344 h 2421274"/>
                <a:gd name="csX68" fmla="*/ 7131005 w 11341192"/>
                <a:gd name="csY68" fmla="*/ 480416 h 2421274"/>
                <a:gd name="csX69" fmla="*/ 7203367 w 11341192"/>
                <a:gd name="csY69" fmla="*/ 1842149 h 2421274"/>
                <a:gd name="csX70" fmla="*/ 7216524 w 11341192"/>
                <a:gd name="csY70" fmla="*/ 677769 h 2421274"/>
                <a:gd name="csX71" fmla="*/ 7282308 w 11341192"/>
                <a:gd name="csY71" fmla="*/ 2013187 h 2421274"/>
                <a:gd name="csX72" fmla="*/ 7367828 w 11341192"/>
                <a:gd name="csY72" fmla="*/ 394897 h 2421274"/>
                <a:gd name="csX73" fmla="*/ 7400720 w 11341192"/>
                <a:gd name="csY73" fmla="*/ 1980295 h 2421274"/>
                <a:gd name="csX74" fmla="*/ 7512553 w 11341192"/>
                <a:gd name="csY74" fmla="*/ 519887 h 2421274"/>
                <a:gd name="csX75" fmla="*/ 7578337 w 11341192"/>
                <a:gd name="csY75" fmla="*/ 2000031 h 2421274"/>
                <a:gd name="csX76" fmla="*/ 7611229 w 11341192"/>
                <a:gd name="csY76" fmla="*/ 815916 h 2421274"/>
                <a:gd name="csX77" fmla="*/ 7696748 w 11341192"/>
                <a:gd name="csY77" fmla="*/ 1855305 h 2421274"/>
                <a:gd name="csX78" fmla="*/ 7723062 w 11341192"/>
                <a:gd name="csY78" fmla="*/ 697504 h 2421274"/>
                <a:gd name="csX79" fmla="*/ 7775689 w 11341192"/>
                <a:gd name="csY79" fmla="*/ 1822413 h 2421274"/>
                <a:gd name="csX80" fmla="*/ 7808582 w 11341192"/>
                <a:gd name="csY80" fmla="*/ 829072 h 2421274"/>
                <a:gd name="csX81" fmla="*/ 7880944 w 11341192"/>
                <a:gd name="csY81" fmla="*/ 1782943 h 2421274"/>
                <a:gd name="csX82" fmla="*/ 7933571 w 11341192"/>
                <a:gd name="csY82" fmla="*/ 940905 h 2421274"/>
                <a:gd name="csX83" fmla="*/ 7992777 w 11341192"/>
                <a:gd name="csY83" fmla="*/ 1697423 h 2421274"/>
                <a:gd name="csX84" fmla="*/ 8045405 w 11341192"/>
                <a:gd name="csY84" fmla="*/ 901435 h 2421274"/>
                <a:gd name="csX85" fmla="*/ 8124346 w 11341192"/>
                <a:gd name="csY85" fmla="*/ 1664531 h 2421274"/>
                <a:gd name="csX86" fmla="*/ 8190130 w 11341192"/>
                <a:gd name="csY86" fmla="*/ 1013268 h 2421274"/>
                <a:gd name="csX87" fmla="*/ 8216443 w 11341192"/>
                <a:gd name="csY87" fmla="*/ 1421130 h 2421274"/>
                <a:gd name="csX88" fmla="*/ 8242757 w 11341192"/>
                <a:gd name="csY88" fmla="*/ 1144836 h 2421274"/>
                <a:gd name="csX89" fmla="*/ 8328277 w 11341192"/>
                <a:gd name="csY89" fmla="*/ 1704002 h 2421274"/>
                <a:gd name="csX90" fmla="*/ 8354590 w 11341192"/>
                <a:gd name="csY90" fmla="*/ 1263248 h 2421274"/>
                <a:gd name="csX91" fmla="*/ 8453266 w 11341192"/>
                <a:gd name="csY91" fmla="*/ 1664531 h 2421274"/>
                <a:gd name="csX92" fmla="*/ 8486159 w 11341192"/>
                <a:gd name="csY92" fmla="*/ 1006690 h 2421274"/>
                <a:gd name="csX93" fmla="*/ 8565100 w 11341192"/>
                <a:gd name="csY93" fmla="*/ 1651375 h 2421274"/>
                <a:gd name="csX94" fmla="*/ 8591413 w 11341192"/>
                <a:gd name="csY94" fmla="*/ 1118523 h 2421274"/>
                <a:gd name="csX95" fmla="*/ 8663776 w 11341192"/>
                <a:gd name="csY95" fmla="*/ 1585590 h 2421274"/>
                <a:gd name="csX96" fmla="*/ 8722982 w 11341192"/>
                <a:gd name="csY96" fmla="*/ 1210621 h 2421274"/>
                <a:gd name="csX97" fmla="*/ 8782187 w 11341192"/>
                <a:gd name="csY97" fmla="*/ 1592169 h 2421274"/>
                <a:gd name="csX98" fmla="*/ 8841393 w 11341192"/>
                <a:gd name="csY98" fmla="*/ 1269826 h 2421274"/>
                <a:gd name="csX99" fmla="*/ 8894020 w 11341192"/>
                <a:gd name="csY99" fmla="*/ 1493493 h 2421274"/>
                <a:gd name="csX100" fmla="*/ 8926912 w 11341192"/>
                <a:gd name="csY100" fmla="*/ 1296140 h 2421274"/>
                <a:gd name="csX101" fmla="*/ 8979540 w 11341192"/>
                <a:gd name="csY101" fmla="*/ 1559277 h 2421274"/>
                <a:gd name="csX102" fmla="*/ 9051902 w 11341192"/>
                <a:gd name="csY102" fmla="*/ 1289562 h 2421274"/>
                <a:gd name="csX103" fmla="*/ 9117687 w 11341192"/>
                <a:gd name="csY103" fmla="*/ 1539541 h 2421274"/>
                <a:gd name="csX104" fmla="*/ 9130843 w 11341192"/>
                <a:gd name="csY104" fmla="*/ 1243513 h 2421274"/>
                <a:gd name="csX105" fmla="*/ 9183471 w 11341192"/>
                <a:gd name="csY105" fmla="*/ 1486914 h 2421274"/>
                <a:gd name="csX106" fmla="*/ 9222941 w 11341192"/>
                <a:gd name="csY106" fmla="*/ 1190885 h 2421274"/>
                <a:gd name="csX107" fmla="*/ 9268990 w 11341192"/>
                <a:gd name="csY107" fmla="*/ 1493493 h 2421274"/>
                <a:gd name="csX108" fmla="*/ 9380823 w 11341192"/>
                <a:gd name="csY108" fmla="*/ 1256669 h 2421274"/>
                <a:gd name="csX109" fmla="*/ 9466343 w 11341192"/>
                <a:gd name="csY109" fmla="*/ 1394816 h 2421274"/>
                <a:gd name="csX110" fmla="*/ 9551862 w 11341192"/>
                <a:gd name="csY110" fmla="*/ 1250091 h 2421274"/>
                <a:gd name="csX111" fmla="*/ 9611068 w 11341192"/>
                <a:gd name="csY111" fmla="*/ 1335610 h 2421274"/>
                <a:gd name="csX112" fmla="*/ 9709744 w 11341192"/>
                <a:gd name="csY112" fmla="*/ 1269826 h 2421274"/>
                <a:gd name="csX113" fmla="*/ 9768950 w 11341192"/>
                <a:gd name="csY113" fmla="*/ 1335610 h 2421274"/>
                <a:gd name="csX114" fmla="*/ 9834734 w 11341192"/>
                <a:gd name="csY114" fmla="*/ 1269826 h 2421274"/>
                <a:gd name="csX115" fmla="*/ 9887361 w 11341192"/>
                <a:gd name="csY115" fmla="*/ 1322454 h 2421274"/>
                <a:gd name="csX116" fmla="*/ 9939989 w 11341192"/>
                <a:gd name="csY116" fmla="*/ 1256669 h 2421274"/>
                <a:gd name="csX117" fmla="*/ 9999194 w 11341192"/>
                <a:gd name="csY117" fmla="*/ 1315875 h 2421274"/>
                <a:gd name="csX118" fmla="*/ 10045243 w 11341192"/>
                <a:gd name="csY118" fmla="*/ 1263248 h 2421274"/>
                <a:gd name="csX119" fmla="*/ 10130763 w 11341192"/>
                <a:gd name="csY119" fmla="*/ 1315875 h 2421274"/>
                <a:gd name="csX120" fmla="*/ 10236018 w 11341192"/>
                <a:gd name="csY120" fmla="*/ 1263248 h 2421274"/>
                <a:gd name="csX121" fmla="*/ 10328115 w 11341192"/>
                <a:gd name="csY121" fmla="*/ 1302718 h 2421274"/>
                <a:gd name="csX122" fmla="*/ 10393900 w 11341192"/>
                <a:gd name="csY122" fmla="*/ 1276405 h 2421274"/>
                <a:gd name="csX123" fmla="*/ 10512311 w 11341192"/>
                <a:gd name="csY123" fmla="*/ 1302718 h 2421274"/>
                <a:gd name="csX124" fmla="*/ 10663615 w 11341192"/>
                <a:gd name="csY124" fmla="*/ 1276405 h 2421274"/>
                <a:gd name="csX125" fmla="*/ 10775448 w 11341192"/>
                <a:gd name="csY125" fmla="*/ 1302718 h 2421274"/>
                <a:gd name="csX126" fmla="*/ 10841232 w 11341192"/>
                <a:gd name="csY126" fmla="*/ 1302718 h 2421274"/>
                <a:gd name="csX127" fmla="*/ 10920173 w 11341192"/>
                <a:gd name="csY127" fmla="*/ 1335610 h 2421274"/>
                <a:gd name="csX128" fmla="*/ 11110947 w 11341192"/>
                <a:gd name="csY128" fmla="*/ 1322454 h 2421274"/>
                <a:gd name="csX129" fmla="*/ 11209623 w 11341192"/>
                <a:gd name="csY129" fmla="*/ 1329032 h 2421274"/>
                <a:gd name="csX130" fmla="*/ 11341192 w 11341192"/>
                <a:gd name="csY130" fmla="*/ 1361924 h 2421274"/>
                <a:gd name="csX0" fmla="*/ 0 w 11209623"/>
                <a:gd name="csY0" fmla="*/ 1138258 h 2421274"/>
                <a:gd name="csX1" fmla="*/ 1434095 w 11209623"/>
                <a:gd name="csY1" fmla="*/ 1144836 h 2421274"/>
                <a:gd name="csX2" fmla="*/ 2605053 w 11209623"/>
                <a:gd name="csY2" fmla="*/ 1125101 h 2421274"/>
                <a:gd name="csX3" fmla="*/ 3427356 w 11209623"/>
                <a:gd name="csY3" fmla="*/ 1131680 h 2421274"/>
                <a:gd name="csX4" fmla="*/ 3473405 w 11209623"/>
                <a:gd name="csY4" fmla="*/ 1125101 h 2421274"/>
                <a:gd name="csX5" fmla="*/ 3585238 w 11209623"/>
                <a:gd name="csY5" fmla="*/ 1256669 h 2421274"/>
                <a:gd name="csX6" fmla="*/ 3624708 w 11209623"/>
                <a:gd name="csY6" fmla="*/ 1197464 h 2421274"/>
                <a:gd name="csX7" fmla="*/ 3710228 w 11209623"/>
                <a:gd name="csY7" fmla="*/ 1282983 h 2421274"/>
                <a:gd name="csX8" fmla="*/ 3789169 w 11209623"/>
                <a:gd name="csY8" fmla="*/ 1039582 h 2421274"/>
                <a:gd name="csX9" fmla="*/ 3854953 w 11209623"/>
                <a:gd name="csY9" fmla="*/ 1282983 h 2421274"/>
                <a:gd name="csX10" fmla="*/ 3940472 w 11209623"/>
                <a:gd name="csY10" fmla="*/ 1026425 h 2421274"/>
                <a:gd name="csX11" fmla="*/ 4012835 w 11209623"/>
                <a:gd name="csY11" fmla="*/ 1250091 h 2421274"/>
                <a:gd name="csX12" fmla="*/ 4098354 w 11209623"/>
                <a:gd name="csY12" fmla="*/ 1039582 h 2421274"/>
                <a:gd name="csX13" fmla="*/ 4137825 w 11209623"/>
                <a:gd name="csY13" fmla="*/ 1263248 h 2421274"/>
                <a:gd name="csX14" fmla="*/ 4170717 w 11209623"/>
                <a:gd name="csY14" fmla="*/ 1039582 h 2421274"/>
                <a:gd name="csX15" fmla="*/ 4243079 w 11209623"/>
                <a:gd name="csY15" fmla="*/ 1250091 h 2421274"/>
                <a:gd name="csX16" fmla="*/ 4249658 w 11209623"/>
                <a:gd name="csY16" fmla="*/ 1026425 h 2421274"/>
                <a:gd name="csX17" fmla="*/ 4308864 w 11209623"/>
                <a:gd name="csY17" fmla="*/ 1256669 h 2421274"/>
                <a:gd name="csX18" fmla="*/ 4361491 w 11209623"/>
                <a:gd name="csY18" fmla="*/ 1046160 h 2421274"/>
                <a:gd name="csX19" fmla="*/ 4460167 w 11209623"/>
                <a:gd name="csY19" fmla="*/ 1276405 h 2421274"/>
                <a:gd name="csX20" fmla="*/ 4532530 w 11209623"/>
                <a:gd name="csY20" fmla="*/ 954062 h 2421274"/>
                <a:gd name="csX21" fmla="*/ 4598314 w 11209623"/>
                <a:gd name="csY21" fmla="*/ 1296140 h 2421274"/>
                <a:gd name="csX22" fmla="*/ 4657520 w 11209623"/>
                <a:gd name="csY22" fmla="*/ 1006690 h 2421274"/>
                <a:gd name="csX23" fmla="*/ 4703569 w 11209623"/>
                <a:gd name="csY23" fmla="*/ 1289562 h 2421274"/>
                <a:gd name="csX24" fmla="*/ 4723304 w 11209623"/>
                <a:gd name="csY24" fmla="*/ 1019846 h 2421274"/>
                <a:gd name="csX25" fmla="*/ 4802245 w 11209623"/>
                <a:gd name="csY25" fmla="*/ 1289562 h 2421274"/>
                <a:gd name="csX26" fmla="*/ 4854872 w 11209623"/>
                <a:gd name="csY26" fmla="*/ 1046160 h 2421274"/>
                <a:gd name="csX27" fmla="*/ 4940392 w 11209623"/>
                <a:gd name="csY27" fmla="*/ 1276405 h 2421274"/>
                <a:gd name="csX28" fmla="*/ 5006176 w 11209623"/>
                <a:gd name="csY28" fmla="*/ 1026425 h 2421274"/>
                <a:gd name="csX29" fmla="*/ 5098274 w 11209623"/>
                <a:gd name="csY29" fmla="*/ 1256669 h 2421274"/>
                <a:gd name="csX30" fmla="*/ 5144323 w 11209623"/>
                <a:gd name="csY30" fmla="*/ 1026425 h 2421274"/>
                <a:gd name="csX31" fmla="*/ 5223264 w 11209623"/>
                <a:gd name="csY31" fmla="*/ 1250091 h 2421274"/>
                <a:gd name="csX32" fmla="*/ 5249577 w 11209623"/>
                <a:gd name="csY32" fmla="*/ 960641 h 2421274"/>
                <a:gd name="csX33" fmla="*/ 5295626 w 11209623"/>
                <a:gd name="csY33" fmla="*/ 1269826 h 2421274"/>
                <a:gd name="csX34" fmla="*/ 5341675 w 11209623"/>
                <a:gd name="csY34" fmla="*/ 993533 h 2421274"/>
                <a:gd name="csX35" fmla="*/ 5407459 w 11209623"/>
                <a:gd name="csY35" fmla="*/ 1263248 h 2421274"/>
                <a:gd name="csX36" fmla="*/ 5440351 w 11209623"/>
                <a:gd name="csY36" fmla="*/ 875121 h 2421274"/>
                <a:gd name="csX37" fmla="*/ 5499557 w 11209623"/>
                <a:gd name="csY37" fmla="*/ 1243513 h 2421274"/>
                <a:gd name="csX38" fmla="*/ 5565341 w 11209623"/>
                <a:gd name="csY38" fmla="*/ 908013 h 2421274"/>
                <a:gd name="csX39" fmla="*/ 5664018 w 11209623"/>
                <a:gd name="csY39" fmla="*/ 1250091 h 2421274"/>
                <a:gd name="csX40" fmla="*/ 5710066 w 11209623"/>
                <a:gd name="csY40" fmla="*/ 1000111 h 2421274"/>
                <a:gd name="csX41" fmla="*/ 5828478 w 11209623"/>
                <a:gd name="csY41" fmla="*/ 2276324 h 2421274"/>
                <a:gd name="csX42" fmla="*/ 5854792 w 11209623"/>
                <a:gd name="csY42" fmla="*/ 177809 h 2421274"/>
                <a:gd name="csX43" fmla="*/ 5913997 w 11209623"/>
                <a:gd name="csY43" fmla="*/ 2315795 h 2421274"/>
                <a:gd name="csX44" fmla="*/ 5986360 w 11209623"/>
                <a:gd name="csY44" fmla="*/ 289642 h 2421274"/>
                <a:gd name="csX45" fmla="*/ 6025830 w 11209623"/>
                <a:gd name="csY45" fmla="*/ 2276324 h 2421274"/>
                <a:gd name="csX46" fmla="*/ 6091615 w 11209623"/>
                <a:gd name="csY46" fmla="*/ 192 h 2421274"/>
                <a:gd name="csX47" fmla="*/ 6144242 w 11209623"/>
                <a:gd name="csY47" fmla="*/ 2421049 h 2421274"/>
                <a:gd name="csX48" fmla="*/ 6170556 w 11209623"/>
                <a:gd name="csY48" fmla="*/ 158074 h 2421274"/>
                <a:gd name="csX49" fmla="*/ 6229761 w 11209623"/>
                <a:gd name="csY49" fmla="*/ 2394736 h 2421274"/>
                <a:gd name="csX50" fmla="*/ 6282389 w 11209623"/>
                <a:gd name="csY50" fmla="*/ 408054 h 2421274"/>
                <a:gd name="csX51" fmla="*/ 6341594 w 11209623"/>
                <a:gd name="csY51" fmla="*/ 2236854 h 2421274"/>
                <a:gd name="csX52" fmla="*/ 6407379 w 11209623"/>
                <a:gd name="csY52" fmla="*/ 934327 h 2421274"/>
                <a:gd name="csX53" fmla="*/ 6440271 w 11209623"/>
                <a:gd name="csY53" fmla="*/ 1894776 h 2421274"/>
                <a:gd name="csX54" fmla="*/ 6499477 w 11209623"/>
                <a:gd name="csY54" fmla="*/ 822494 h 2421274"/>
                <a:gd name="csX55" fmla="*/ 6532369 w 11209623"/>
                <a:gd name="csY55" fmla="*/ 1914511 h 2421274"/>
                <a:gd name="csX56" fmla="*/ 6578418 w 11209623"/>
                <a:gd name="csY56" fmla="*/ 408054 h 2421274"/>
                <a:gd name="csX57" fmla="*/ 6677094 w 11209623"/>
                <a:gd name="csY57" fmla="*/ 2164491 h 2421274"/>
                <a:gd name="csX58" fmla="*/ 6683672 w 11209623"/>
                <a:gd name="csY58" fmla="*/ 427789 h 2421274"/>
                <a:gd name="csX59" fmla="*/ 6749456 w 11209623"/>
                <a:gd name="csY59" fmla="*/ 1460600 h 2421274"/>
                <a:gd name="csX60" fmla="*/ 6762613 w 11209623"/>
                <a:gd name="csY60" fmla="*/ 269907 h 2421274"/>
                <a:gd name="csX61" fmla="*/ 6828397 w 11209623"/>
                <a:gd name="csY61" fmla="*/ 2388157 h 2421274"/>
                <a:gd name="csX62" fmla="*/ 6841554 w 11209623"/>
                <a:gd name="csY62" fmla="*/ 1348767 h 2421274"/>
                <a:gd name="csX63" fmla="*/ 6927074 w 11209623"/>
                <a:gd name="csY63" fmla="*/ 2111864 h 2421274"/>
                <a:gd name="csX64" fmla="*/ 6907338 w 11209623"/>
                <a:gd name="csY64" fmla="*/ 296221 h 2421274"/>
                <a:gd name="csX65" fmla="*/ 7012593 w 11209623"/>
                <a:gd name="csY65" fmla="*/ 2046080 h 2421274"/>
                <a:gd name="csX66" fmla="*/ 7045485 w 11209623"/>
                <a:gd name="csY66" fmla="*/ 309377 h 2421274"/>
                <a:gd name="csX67" fmla="*/ 7104691 w 11209623"/>
                <a:gd name="csY67" fmla="*/ 2026344 h 2421274"/>
                <a:gd name="csX68" fmla="*/ 7131005 w 11209623"/>
                <a:gd name="csY68" fmla="*/ 480416 h 2421274"/>
                <a:gd name="csX69" fmla="*/ 7203367 w 11209623"/>
                <a:gd name="csY69" fmla="*/ 1842149 h 2421274"/>
                <a:gd name="csX70" fmla="*/ 7216524 w 11209623"/>
                <a:gd name="csY70" fmla="*/ 677769 h 2421274"/>
                <a:gd name="csX71" fmla="*/ 7282308 w 11209623"/>
                <a:gd name="csY71" fmla="*/ 2013187 h 2421274"/>
                <a:gd name="csX72" fmla="*/ 7367828 w 11209623"/>
                <a:gd name="csY72" fmla="*/ 394897 h 2421274"/>
                <a:gd name="csX73" fmla="*/ 7400720 w 11209623"/>
                <a:gd name="csY73" fmla="*/ 1980295 h 2421274"/>
                <a:gd name="csX74" fmla="*/ 7512553 w 11209623"/>
                <a:gd name="csY74" fmla="*/ 519887 h 2421274"/>
                <a:gd name="csX75" fmla="*/ 7578337 w 11209623"/>
                <a:gd name="csY75" fmla="*/ 2000031 h 2421274"/>
                <a:gd name="csX76" fmla="*/ 7611229 w 11209623"/>
                <a:gd name="csY76" fmla="*/ 815916 h 2421274"/>
                <a:gd name="csX77" fmla="*/ 7696748 w 11209623"/>
                <a:gd name="csY77" fmla="*/ 1855305 h 2421274"/>
                <a:gd name="csX78" fmla="*/ 7723062 w 11209623"/>
                <a:gd name="csY78" fmla="*/ 697504 h 2421274"/>
                <a:gd name="csX79" fmla="*/ 7775689 w 11209623"/>
                <a:gd name="csY79" fmla="*/ 1822413 h 2421274"/>
                <a:gd name="csX80" fmla="*/ 7808582 w 11209623"/>
                <a:gd name="csY80" fmla="*/ 829072 h 2421274"/>
                <a:gd name="csX81" fmla="*/ 7880944 w 11209623"/>
                <a:gd name="csY81" fmla="*/ 1782943 h 2421274"/>
                <a:gd name="csX82" fmla="*/ 7933571 w 11209623"/>
                <a:gd name="csY82" fmla="*/ 940905 h 2421274"/>
                <a:gd name="csX83" fmla="*/ 7992777 w 11209623"/>
                <a:gd name="csY83" fmla="*/ 1697423 h 2421274"/>
                <a:gd name="csX84" fmla="*/ 8045405 w 11209623"/>
                <a:gd name="csY84" fmla="*/ 901435 h 2421274"/>
                <a:gd name="csX85" fmla="*/ 8124346 w 11209623"/>
                <a:gd name="csY85" fmla="*/ 1664531 h 2421274"/>
                <a:gd name="csX86" fmla="*/ 8190130 w 11209623"/>
                <a:gd name="csY86" fmla="*/ 1013268 h 2421274"/>
                <a:gd name="csX87" fmla="*/ 8216443 w 11209623"/>
                <a:gd name="csY87" fmla="*/ 1421130 h 2421274"/>
                <a:gd name="csX88" fmla="*/ 8242757 w 11209623"/>
                <a:gd name="csY88" fmla="*/ 1144836 h 2421274"/>
                <a:gd name="csX89" fmla="*/ 8328277 w 11209623"/>
                <a:gd name="csY89" fmla="*/ 1704002 h 2421274"/>
                <a:gd name="csX90" fmla="*/ 8354590 w 11209623"/>
                <a:gd name="csY90" fmla="*/ 1263248 h 2421274"/>
                <a:gd name="csX91" fmla="*/ 8453266 w 11209623"/>
                <a:gd name="csY91" fmla="*/ 1664531 h 2421274"/>
                <a:gd name="csX92" fmla="*/ 8486159 w 11209623"/>
                <a:gd name="csY92" fmla="*/ 1006690 h 2421274"/>
                <a:gd name="csX93" fmla="*/ 8565100 w 11209623"/>
                <a:gd name="csY93" fmla="*/ 1651375 h 2421274"/>
                <a:gd name="csX94" fmla="*/ 8591413 w 11209623"/>
                <a:gd name="csY94" fmla="*/ 1118523 h 2421274"/>
                <a:gd name="csX95" fmla="*/ 8663776 w 11209623"/>
                <a:gd name="csY95" fmla="*/ 1585590 h 2421274"/>
                <a:gd name="csX96" fmla="*/ 8722982 w 11209623"/>
                <a:gd name="csY96" fmla="*/ 1210621 h 2421274"/>
                <a:gd name="csX97" fmla="*/ 8782187 w 11209623"/>
                <a:gd name="csY97" fmla="*/ 1592169 h 2421274"/>
                <a:gd name="csX98" fmla="*/ 8841393 w 11209623"/>
                <a:gd name="csY98" fmla="*/ 1269826 h 2421274"/>
                <a:gd name="csX99" fmla="*/ 8894020 w 11209623"/>
                <a:gd name="csY99" fmla="*/ 1493493 h 2421274"/>
                <a:gd name="csX100" fmla="*/ 8926912 w 11209623"/>
                <a:gd name="csY100" fmla="*/ 1296140 h 2421274"/>
                <a:gd name="csX101" fmla="*/ 8979540 w 11209623"/>
                <a:gd name="csY101" fmla="*/ 1559277 h 2421274"/>
                <a:gd name="csX102" fmla="*/ 9051902 w 11209623"/>
                <a:gd name="csY102" fmla="*/ 1289562 h 2421274"/>
                <a:gd name="csX103" fmla="*/ 9117687 w 11209623"/>
                <a:gd name="csY103" fmla="*/ 1539541 h 2421274"/>
                <a:gd name="csX104" fmla="*/ 9130843 w 11209623"/>
                <a:gd name="csY104" fmla="*/ 1243513 h 2421274"/>
                <a:gd name="csX105" fmla="*/ 9183471 w 11209623"/>
                <a:gd name="csY105" fmla="*/ 1486914 h 2421274"/>
                <a:gd name="csX106" fmla="*/ 9222941 w 11209623"/>
                <a:gd name="csY106" fmla="*/ 1190885 h 2421274"/>
                <a:gd name="csX107" fmla="*/ 9268990 w 11209623"/>
                <a:gd name="csY107" fmla="*/ 1493493 h 2421274"/>
                <a:gd name="csX108" fmla="*/ 9380823 w 11209623"/>
                <a:gd name="csY108" fmla="*/ 1256669 h 2421274"/>
                <a:gd name="csX109" fmla="*/ 9466343 w 11209623"/>
                <a:gd name="csY109" fmla="*/ 1394816 h 2421274"/>
                <a:gd name="csX110" fmla="*/ 9551862 w 11209623"/>
                <a:gd name="csY110" fmla="*/ 1250091 h 2421274"/>
                <a:gd name="csX111" fmla="*/ 9611068 w 11209623"/>
                <a:gd name="csY111" fmla="*/ 1335610 h 2421274"/>
                <a:gd name="csX112" fmla="*/ 9709744 w 11209623"/>
                <a:gd name="csY112" fmla="*/ 1269826 h 2421274"/>
                <a:gd name="csX113" fmla="*/ 9768950 w 11209623"/>
                <a:gd name="csY113" fmla="*/ 1335610 h 2421274"/>
                <a:gd name="csX114" fmla="*/ 9834734 w 11209623"/>
                <a:gd name="csY114" fmla="*/ 1269826 h 2421274"/>
                <a:gd name="csX115" fmla="*/ 9887361 w 11209623"/>
                <a:gd name="csY115" fmla="*/ 1322454 h 2421274"/>
                <a:gd name="csX116" fmla="*/ 9939989 w 11209623"/>
                <a:gd name="csY116" fmla="*/ 1256669 h 2421274"/>
                <a:gd name="csX117" fmla="*/ 9999194 w 11209623"/>
                <a:gd name="csY117" fmla="*/ 1315875 h 2421274"/>
                <a:gd name="csX118" fmla="*/ 10045243 w 11209623"/>
                <a:gd name="csY118" fmla="*/ 1263248 h 2421274"/>
                <a:gd name="csX119" fmla="*/ 10130763 w 11209623"/>
                <a:gd name="csY119" fmla="*/ 1315875 h 2421274"/>
                <a:gd name="csX120" fmla="*/ 10236018 w 11209623"/>
                <a:gd name="csY120" fmla="*/ 1263248 h 2421274"/>
                <a:gd name="csX121" fmla="*/ 10328115 w 11209623"/>
                <a:gd name="csY121" fmla="*/ 1302718 h 2421274"/>
                <a:gd name="csX122" fmla="*/ 10393900 w 11209623"/>
                <a:gd name="csY122" fmla="*/ 1276405 h 2421274"/>
                <a:gd name="csX123" fmla="*/ 10512311 w 11209623"/>
                <a:gd name="csY123" fmla="*/ 1302718 h 2421274"/>
                <a:gd name="csX124" fmla="*/ 10663615 w 11209623"/>
                <a:gd name="csY124" fmla="*/ 1276405 h 2421274"/>
                <a:gd name="csX125" fmla="*/ 10775448 w 11209623"/>
                <a:gd name="csY125" fmla="*/ 1302718 h 2421274"/>
                <a:gd name="csX126" fmla="*/ 10841232 w 11209623"/>
                <a:gd name="csY126" fmla="*/ 1302718 h 2421274"/>
                <a:gd name="csX127" fmla="*/ 10920173 w 11209623"/>
                <a:gd name="csY127" fmla="*/ 1335610 h 2421274"/>
                <a:gd name="csX128" fmla="*/ 11110947 w 11209623"/>
                <a:gd name="csY128" fmla="*/ 1322454 h 2421274"/>
                <a:gd name="csX129" fmla="*/ 11209623 w 11209623"/>
                <a:gd name="csY129" fmla="*/ 1329032 h 2421274"/>
                <a:gd name="csX0" fmla="*/ 0 w 11110948"/>
                <a:gd name="csY0" fmla="*/ 1138258 h 2421274"/>
                <a:gd name="csX1" fmla="*/ 1434095 w 11110948"/>
                <a:gd name="csY1" fmla="*/ 1144836 h 2421274"/>
                <a:gd name="csX2" fmla="*/ 2605053 w 11110948"/>
                <a:gd name="csY2" fmla="*/ 1125101 h 2421274"/>
                <a:gd name="csX3" fmla="*/ 3427356 w 11110948"/>
                <a:gd name="csY3" fmla="*/ 1131680 h 2421274"/>
                <a:gd name="csX4" fmla="*/ 3473405 w 11110948"/>
                <a:gd name="csY4" fmla="*/ 1125101 h 2421274"/>
                <a:gd name="csX5" fmla="*/ 3585238 w 11110948"/>
                <a:gd name="csY5" fmla="*/ 1256669 h 2421274"/>
                <a:gd name="csX6" fmla="*/ 3624708 w 11110948"/>
                <a:gd name="csY6" fmla="*/ 1197464 h 2421274"/>
                <a:gd name="csX7" fmla="*/ 3710228 w 11110948"/>
                <a:gd name="csY7" fmla="*/ 1282983 h 2421274"/>
                <a:gd name="csX8" fmla="*/ 3789169 w 11110948"/>
                <a:gd name="csY8" fmla="*/ 1039582 h 2421274"/>
                <a:gd name="csX9" fmla="*/ 3854953 w 11110948"/>
                <a:gd name="csY9" fmla="*/ 1282983 h 2421274"/>
                <a:gd name="csX10" fmla="*/ 3940472 w 11110948"/>
                <a:gd name="csY10" fmla="*/ 1026425 h 2421274"/>
                <a:gd name="csX11" fmla="*/ 4012835 w 11110948"/>
                <a:gd name="csY11" fmla="*/ 1250091 h 2421274"/>
                <a:gd name="csX12" fmla="*/ 4098354 w 11110948"/>
                <a:gd name="csY12" fmla="*/ 1039582 h 2421274"/>
                <a:gd name="csX13" fmla="*/ 4137825 w 11110948"/>
                <a:gd name="csY13" fmla="*/ 1263248 h 2421274"/>
                <a:gd name="csX14" fmla="*/ 4170717 w 11110948"/>
                <a:gd name="csY14" fmla="*/ 1039582 h 2421274"/>
                <a:gd name="csX15" fmla="*/ 4243079 w 11110948"/>
                <a:gd name="csY15" fmla="*/ 1250091 h 2421274"/>
                <a:gd name="csX16" fmla="*/ 4249658 w 11110948"/>
                <a:gd name="csY16" fmla="*/ 1026425 h 2421274"/>
                <a:gd name="csX17" fmla="*/ 4308864 w 11110948"/>
                <a:gd name="csY17" fmla="*/ 1256669 h 2421274"/>
                <a:gd name="csX18" fmla="*/ 4361491 w 11110948"/>
                <a:gd name="csY18" fmla="*/ 1046160 h 2421274"/>
                <a:gd name="csX19" fmla="*/ 4460167 w 11110948"/>
                <a:gd name="csY19" fmla="*/ 1276405 h 2421274"/>
                <a:gd name="csX20" fmla="*/ 4532530 w 11110948"/>
                <a:gd name="csY20" fmla="*/ 954062 h 2421274"/>
                <a:gd name="csX21" fmla="*/ 4598314 w 11110948"/>
                <a:gd name="csY21" fmla="*/ 1296140 h 2421274"/>
                <a:gd name="csX22" fmla="*/ 4657520 w 11110948"/>
                <a:gd name="csY22" fmla="*/ 1006690 h 2421274"/>
                <a:gd name="csX23" fmla="*/ 4703569 w 11110948"/>
                <a:gd name="csY23" fmla="*/ 1289562 h 2421274"/>
                <a:gd name="csX24" fmla="*/ 4723304 w 11110948"/>
                <a:gd name="csY24" fmla="*/ 1019846 h 2421274"/>
                <a:gd name="csX25" fmla="*/ 4802245 w 11110948"/>
                <a:gd name="csY25" fmla="*/ 1289562 h 2421274"/>
                <a:gd name="csX26" fmla="*/ 4854872 w 11110948"/>
                <a:gd name="csY26" fmla="*/ 1046160 h 2421274"/>
                <a:gd name="csX27" fmla="*/ 4940392 w 11110948"/>
                <a:gd name="csY27" fmla="*/ 1276405 h 2421274"/>
                <a:gd name="csX28" fmla="*/ 5006176 w 11110948"/>
                <a:gd name="csY28" fmla="*/ 1026425 h 2421274"/>
                <a:gd name="csX29" fmla="*/ 5098274 w 11110948"/>
                <a:gd name="csY29" fmla="*/ 1256669 h 2421274"/>
                <a:gd name="csX30" fmla="*/ 5144323 w 11110948"/>
                <a:gd name="csY30" fmla="*/ 1026425 h 2421274"/>
                <a:gd name="csX31" fmla="*/ 5223264 w 11110948"/>
                <a:gd name="csY31" fmla="*/ 1250091 h 2421274"/>
                <a:gd name="csX32" fmla="*/ 5249577 w 11110948"/>
                <a:gd name="csY32" fmla="*/ 960641 h 2421274"/>
                <a:gd name="csX33" fmla="*/ 5295626 w 11110948"/>
                <a:gd name="csY33" fmla="*/ 1269826 h 2421274"/>
                <a:gd name="csX34" fmla="*/ 5341675 w 11110948"/>
                <a:gd name="csY34" fmla="*/ 993533 h 2421274"/>
                <a:gd name="csX35" fmla="*/ 5407459 w 11110948"/>
                <a:gd name="csY35" fmla="*/ 1263248 h 2421274"/>
                <a:gd name="csX36" fmla="*/ 5440351 w 11110948"/>
                <a:gd name="csY36" fmla="*/ 875121 h 2421274"/>
                <a:gd name="csX37" fmla="*/ 5499557 w 11110948"/>
                <a:gd name="csY37" fmla="*/ 1243513 h 2421274"/>
                <a:gd name="csX38" fmla="*/ 5565341 w 11110948"/>
                <a:gd name="csY38" fmla="*/ 908013 h 2421274"/>
                <a:gd name="csX39" fmla="*/ 5664018 w 11110948"/>
                <a:gd name="csY39" fmla="*/ 1250091 h 2421274"/>
                <a:gd name="csX40" fmla="*/ 5710066 w 11110948"/>
                <a:gd name="csY40" fmla="*/ 1000111 h 2421274"/>
                <a:gd name="csX41" fmla="*/ 5828478 w 11110948"/>
                <a:gd name="csY41" fmla="*/ 2276324 h 2421274"/>
                <a:gd name="csX42" fmla="*/ 5854792 w 11110948"/>
                <a:gd name="csY42" fmla="*/ 177809 h 2421274"/>
                <a:gd name="csX43" fmla="*/ 5913997 w 11110948"/>
                <a:gd name="csY43" fmla="*/ 2315795 h 2421274"/>
                <a:gd name="csX44" fmla="*/ 5986360 w 11110948"/>
                <a:gd name="csY44" fmla="*/ 289642 h 2421274"/>
                <a:gd name="csX45" fmla="*/ 6025830 w 11110948"/>
                <a:gd name="csY45" fmla="*/ 2276324 h 2421274"/>
                <a:gd name="csX46" fmla="*/ 6091615 w 11110948"/>
                <a:gd name="csY46" fmla="*/ 192 h 2421274"/>
                <a:gd name="csX47" fmla="*/ 6144242 w 11110948"/>
                <a:gd name="csY47" fmla="*/ 2421049 h 2421274"/>
                <a:gd name="csX48" fmla="*/ 6170556 w 11110948"/>
                <a:gd name="csY48" fmla="*/ 158074 h 2421274"/>
                <a:gd name="csX49" fmla="*/ 6229761 w 11110948"/>
                <a:gd name="csY49" fmla="*/ 2394736 h 2421274"/>
                <a:gd name="csX50" fmla="*/ 6282389 w 11110948"/>
                <a:gd name="csY50" fmla="*/ 408054 h 2421274"/>
                <a:gd name="csX51" fmla="*/ 6341594 w 11110948"/>
                <a:gd name="csY51" fmla="*/ 2236854 h 2421274"/>
                <a:gd name="csX52" fmla="*/ 6407379 w 11110948"/>
                <a:gd name="csY52" fmla="*/ 934327 h 2421274"/>
                <a:gd name="csX53" fmla="*/ 6440271 w 11110948"/>
                <a:gd name="csY53" fmla="*/ 1894776 h 2421274"/>
                <a:gd name="csX54" fmla="*/ 6499477 w 11110948"/>
                <a:gd name="csY54" fmla="*/ 822494 h 2421274"/>
                <a:gd name="csX55" fmla="*/ 6532369 w 11110948"/>
                <a:gd name="csY55" fmla="*/ 1914511 h 2421274"/>
                <a:gd name="csX56" fmla="*/ 6578418 w 11110948"/>
                <a:gd name="csY56" fmla="*/ 408054 h 2421274"/>
                <a:gd name="csX57" fmla="*/ 6677094 w 11110948"/>
                <a:gd name="csY57" fmla="*/ 2164491 h 2421274"/>
                <a:gd name="csX58" fmla="*/ 6683672 w 11110948"/>
                <a:gd name="csY58" fmla="*/ 427789 h 2421274"/>
                <a:gd name="csX59" fmla="*/ 6749456 w 11110948"/>
                <a:gd name="csY59" fmla="*/ 1460600 h 2421274"/>
                <a:gd name="csX60" fmla="*/ 6762613 w 11110948"/>
                <a:gd name="csY60" fmla="*/ 269907 h 2421274"/>
                <a:gd name="csX61" fmla="*/ 6828397 w 11110948"/>
                <a:gd name="csY61" fmla="*/ 2388157 h 2421274"/>
                <a:gd name="csX62" fmla="*/ 6841554 w 11110948"/>
                <a:gd name="csY62" fmla="*/ 1348767 h 2421274"/>
                <a:gd name="csX63" fmla="*/ 6927074 w 11110948"/>
                <a:gd name="csY63" fmla="*/ 2111864 h 2421274"/>
                <a:gd name="csX64" fmla="*/ 6907338 w 11110948"/>
                <a:gd name="csY64" fmla="*/ 296221 h 2421274"/>
                <a:gd name="csX65" fmla="*/ 7012593 w 11110948"/>
                <a:gd name="csY65" fmla="*/ 2046080 h 2421274"/>
                <a:gd name="csX66" fmla="*/ 7045485 w 11110948"/>
                <a:gd name="csY66" fmla="*/ 309377 h 2421274"/>
                <a:gd name="csX67" fmla="*/ 7104691 w 11110948"/>
                <a:gd name="csY67" fmla="*/ 2026344 h 2421274"/>
                <a:gd name="csX68" fmla="*/ 7131005 w 11110948"/>
                <a:gd name="csY68" fmla="*/ 480416 h 2421274"/>
                <a:gd name="csX69" fmla="*/ 7203367 w 11110948"/>
                <a:gd name="csY69" fmla="*/ 1842149 h 2421274"/>
                <a:gd name="csX70" fmla="*/ 7216524 w 11110948"/>
                <a:gd name="csY70" fmla="*/ 677769 h 2421274"/>
                <a:gd name="csX71" fmla="*/ 7282308 w 11110948"/>
                <a:gd name="csY71" fmla="*/ 2013187 h 2421274"/>
                <a:gd name="csX72" fmla="*/ 7367828 w 11110948"/>
                <a:gd name="csY72" fmla="*/ 394897 h 2421274"/>
                <a:gd name="csX73" fmla="*/ 7400720 w 11110948"/>
                <a:gd name="csY73" fmla="*/ 1980295 h 2421274"/>
                <a:gd name="csX74" fmla="*/ 7512553 w 11110948"/>
                <a:gd name="csY74" fmla="*/ 519887 h 2421274"/>
                <a:gd name="csX75" fmla="*/ 7578337 w 11110948"/>
                <a:gd name="csY75" fmla="*/ 2000031 h 2421274"/>
                <a:gd name="csX76" fmla="*/ 7611229 w 11110948"/>
                <a:gd name="csY76" fmla="*/ 815916 h 2421274"/>
                <a:gd name="csX77" fmla="*/ 7696748 w 11110948"/>
                <a:gd name="csY77" fmla="*/ 1855305 h 2421274"/>
                <a:gd name="csX78" fmla="*/ 7723062 w 11110948"/>
                <a:gd name="csY78" fmla="*/ 697504 h 2421274"/>
                <a:gd name="csX79" fmla="*/ 7775689 w 11110948"/>
                <a:gd name="csY79" fmla="*/ 1822413 h 2421274"/>
                <a:gd name="csX80" fmla="*/ 7808582 w 11110948"/>
                <a:gd name="csY80" fmla="*/ 829072 h 2421274"/>
                <a:gd name="csX81" fmla="*/ 7880944 w 11110948"/>
                <a:gd name="csY81" fmla="*/ 1782943 h 2421274"/>
                <a:gd name="csX82" fmla="*/ 7933571 w 11110948"/>
                <a:gd name="csY82" fmla="*/ 940905 h 2421274"/>
                <a:gd name="csX83" fmla="*/ 7992777 w 11110948"/>
                <a:gd name="csY83" fmla="*/ 1697423 h 2421274"/>
                <a:gd name="csX84" fmla="*/ 8045405 w 11110948"/>
                <a:gd name="csY84" fmla="*/ 901435 h 2421274"/>
                <a:gd name="csX85" fmla="*/ 8124346 w 11110948"/>
                <a:gd name="csY85" fmla="*/ 1664531 h 2421274"/>
                <a:gd name="csX86" fmla="*/ 8190130 w 11110948"/>
                <a:gd name="csY86" fmla="*/ 1013268 h 2421274"/>
                <a:gd name="csX87" fmla="*/ 8216443 w 11110948"/>
                <a:gd name="csY87" fmla="*/ 1421130 h 2421274"/>
                <a:gd name="csX88" fmla="*/ 8242757 w 11110948"/>
                <a:gd name="csY88" fmla="*/ 1144836 h 2421274"/>
                <a:gd name="csX89" fmla="*/ 8328277 w 11110948"/>
                <a:gd name="csY89" fmla="*/ 1704002 h 2421274"/>
                <a:gd name="csX90" fmla="*/ 8354590 w 11110948"/>
                <a:gd name="csY90" fmla="*/ 1263248 h 2421274"/>
                <a:gd name="csX91" fmla="*/ 8453266 w 11110948"/>
                <a:gd name="csY91" fmla="*/ 1664531 h 2421274"/>
                <a:gd name="csX92" fmla="*/ 8486159 w 11110948"/>
                <a:gd name="csY92" fmla="*/ 1006690 h 2421274"/>
                <a:gd name="csX93" fmla="*/ 8565100 w 11110948"/>
                <a:gd name="csY93" fmla="*/ 1651375 h 2421274"/>
                <a:gd name="csX94" fmla="*/ 8591413 w 11110948"/>
                <a:gd name="csY94" fmla="*/ 1118523 h 2421274"/>
                <a:gd name="csX95" fmla="*/ 8663776 w 11110948"/>
                <a:gd name="csY95" fmla="*/ 1585590 h 2421274"/>
                <a:gd name="csX96" fmla="*/ 8722982 w 11110948"/>
                <a:gd name="csY96" fmla="*/ 1210621 h 2421274"/>
                <a:gd name="csX97" fmla="*/ 8782187 w 11110948"/>
                <a:gd name="csY97" fmla="*/ 1592169 h 2421274"/>
                <a:gd name="csX98" fmla="*/ 8841393 w 11110948"/>
                <a:gd name="csY98" fmla="*/ 1269826 h 2421274"/>
                <a:gd name="csX99" fmla="*/ 8894020 w 11110948"/>
                <a:gd name="csY99" fmla="*/ 1493493 h 2421274"/>
                <a:gd name="csX100" fmla="*/ 8926912 w 11110948"/>
                <a:gd name="csY100" fmla="*/ 1296140 h 2421274"/>
                <a:gd name="csX101" fmla="*/ 8979540 w 11110948"/>
                <a:gd name="csY101" fmla="*/ 1559277 h 2421274"/>
                <a:gd name="csX102" fmla="*/ 9051902 w 11110948"/>
                <a:gd name="csY102" fmla="*/ 1289562 h 2421274"/>
                <a:gd name="csX103" fmla="*/ 9117687 w 11110948"/>
                <a:gd name="csY103" fmla="*/ 1539541 h 2421274"/>
                <a:gd name="csX104" fmla="*/ 9130843 w 11110948"/>
                <a:gd name="csY104" fmla="*/ 1243513 h 2421274"/>
                <a:gd name="csX105" fmla="*/ 9183471 w 11110948"/>
                <a:gd name="csY105" fmla="*/ 1486914 h 2421274"/>
                <a:gd name="csX106" fmla="*/ 9222941 w 11110948"/>
                <a:gd name="csY106" fmla="*/ 1190885 h 2421274"/>
                <a:gd name="csX107" fmla="*/ 9268990 w 11110948"/>
                <a:gd name="csY107" fmla="*/ 1493493 h 2421274"/>
                <a:gd name="csX108" fmla="*/ 9380823 w 11110948"/>
                <a:gd name="csY108" fmla="*/ 1256669 h 2421274"/>
                <a:gd name="csX109" fmla="*/ 9466343 w 11110948"/>
                <a:gd name="csY109" fmla="*/ 1394816 h 2421274"/>
                <a:gd name="csX110" fmla="*/ 9551862 w 11110948"/>
                <a:gd name="csY110" fmla="*/ 1250091 h 2421274"/>
                <a:gd name="csX111" fmla="*/ 9611068 w 11110948"/>
                <a:gd name="csY111" fmla="*/ 1335610 h 2421274"/>
                <a:gd name="csX112" fmla="*/ 9709744 w 11110948"/>
                <a:gd name="csY112" fmla="*/ 1269826 h 2421274"/>
                <a:gd name="csX113" fmla="*/ 9768950 w 11110948"/>
                <a:gd name="csY113" fmla="*/ 1335610 h 2421274"/>
                <a:gd name="csX114" fmla="*/ 9834734 w 11110948"/>
                <a:gd name="csY114" fmla="*/ 1269826 h 2421274"/>
                <a:gd name="csX115" fmla="*/ 9887361 w 11110948"/>
                <a:gd name="csY115" fmla="*/ 1322454 h 2421274"/>
                <a:gd name="csX116" fmla="*/ 9939989 w 11110948"/>
                <a:gd name="csY116" fmla="*/ 1256669 h 2421274"/>
                <a:gd name="csX117" fmla="*/ 9999194 w 11110948"/>
                <a:gd name="csY117" fmla="*/ 1315875 h 2421274"/>
                <a:gd name="csX118" fmla="*/ 10045243 w 11110948"/>
                <a:gd name="csY118" fmla="*/ 1263248 h 2421274"/>
                <a:gd name="csX119" fmla="*/ 10130763 w 11110948"/>
                <a:gd name="csY119" fmla="*/ 1315875 h 2421274"/>
                <a:gd name="csX120" fmla="*/ 10236018 w 11110948"/>
                <a:gd name="csY120" fmla="*/ 1263248 h 2421274"/>
                <a:gd name="csX121" fmla="*/ 10328115 w 11110948"/>
                <a:gd name="csY121" fmla="*/ 1302718 h 2421274"/>
                <a:gd name="csX122" fmla="*/ 10393900 w 11110948"/>
                <a:gd name="csY122" fmla="*/ 1276405 h 2421274"/>
                <a:gd name="csX123" fmla="*/ 10512311 w 11110948"/>
                <a:gd name="csY123" fmla="*/ 1302718 h 2421274"/>
                <a:gd name="csX124" fmla="*/ 10663615 w 11110948"/>
                <a:gd name="csY124" fmla="*/ 1276405 h 2421274"/>
                <a:gd name="csX125" fmla="*/ 10775448 w 11110948"/>
                <a:gd name="csY125" fmla="*/ 1302718 h 2421274"/>
                <a:gd name="csX126" fmla="*/ 10841232 w 11110948"/>
                <a:gd name="csY126" fmla="*/ 1302718 h 2421274"/>
                <a:gd name="csX127" fmla="*/ 10920173 w 11110948"/>
                <a:gd name="csY127" fmla="*/ 1335610 h 2421274"/>
                <a:gd name="csX128" fmla="*/ 11110947 w 11110948"/>
                <a:gd name="csY128" fmla="*/ 1322454 h 2421274"/>
                <a:gd name="csX0" fmla="*/ 0 w 10920173"/>
                <a:gd name="csY0" fmla="*/ 1138258 h 2421274"/>
                <a:gd name="csX1" fmla="*/ 1434095 w 10920173"/>
                <a:gd name="csY1" fmla="*/ 1144836 h 2421274"/>
                <a:gd name="csX2" fmla="*/ 2605053 w 10920173"/>
                <a:gd name="csY2" fmla="*/ 1125101 h 2421274"/>
                <a:gd name="csX3" fmla="*/ 3427356 w 10920173"/>
                <a:gd name="csY3" fmla="*/ 1131680 h 2421274"/>
                <a:gd name="csX4" fmla="*/ 3473405 w 10920173"/>
                <a:gd name="csY4" fmla="*/ 1125101 h 2421274"/>
                <a:gd name="csX5" fmla="*/ 3585238 w 10920173"/>
                <a:gd name="csY5" fmla="*/ 1256669 h 2421274"/>
                <a:gd name="csX6" fmla="*/ 3624708 w 10920173"/>
                <a:gd name="csY6" fmla="*/ 1197464 h 2421274"/>
                <a:gd name="csX7" fmla="*/ 3710228 w 10920173"/>
                <a:gd name="csY7" fmla="*/ 1282983 h 2421274"/>
                <a:gd name="csX8" fmla="*/ 3789169 w 10920173"/>
                <a:gd name="csY8" fmla="*/ 1039582 h 2421274"/>
                <a:gd name="csX9" fmla="*/ 3854953 w 10920173"/>
                <a:gd name="csY9" fmla="*/ 1282983 h 2421274"/>
                <a:gd name="csX10" fmla="*/ 3940472 w 10920173"/>
                <a:gd name="csY10" fmla="*/ 1026425 h 2421274"/>
                <a:gd name="csX11" fmla="*/ 4012835 w 10920173"/>
                <a:gd name="csY11" fmla="*/ 1250091 h 2421274"/>
                <a:gd name="csX12" fmla="*/ 4098354 w 10920173"/>
                <a:gd name="csY12" fmla="*/ 1039582 h 2421274"/>
                <a:gd name="csX13" fmla="*/ 4137825 w 10920173"/>
                <a:gd name="csY13" fmla="*/ 1263248 h 2421274"/>
                <a:gd name="csX14" fmla="*/ 4170717 w 10920173"/>
                <a:gd name="csY14" fmla="*/ 1039582 h 2421274"/>
                <a:gd name="csX15" fmla="*/ 4243079 w 10920173"/>
                <a:gd name="csY15" fmla="*/ 1250091 h 2421274"/>
                <a:gd name="csX16" fmla="*/ 4249658 w 10920173"/>
                <a:gd name="csY16" fmla="*/ 1026425 h 2421274"/>
                <a:gd name="csX17" fmla="*/ 4308864 w 10920173"/>
                <a:gd name="csY17" fmla="*/ 1256669 h 2421274"/>
                <a:gd name="csX18" fmla="*/ 4361491 w 10920173"/>
                <a:gd name="csY18" fmla="*/ 1046160 h 2421274"/>
                <a:gd name="csX19" fmla="*/ 4460167 w 10920173"/>
                <a:gd name="csY19" fmla="*/ 1276405 h 2421274"/>
                <a:gd name="csX20" fmla="*/ 4532530 w 10920173"/>
                <a:gd name="csY20" fmla="*/ 954062 h 2421274"/>
                <a:gd name="csX21" fmla="*/ 4598314 w 10920173"/>
                <a:gd name="csY21" fmla="*/ 1296140 h 2421274"/>
                <a:gd name="csX22" fmla="*/ 4657520 w 10920173"/>
                <a:gd name="csY22" fmla="*/ 1006690 h 2421274"/>
                <a:gd name="csX23" fmla="*/ 4703569 w 10920173"/>
                <a:gd name="csY23" fmla="*/ 1289562 h 2421274"/>
                <a:gd name="csX24" fmla="*/ 4723304 w 10920173"/>
                <a:gd name="csY24" fmla="*/ 1019846 h 2421274"/>
                <a:gd name="csX25" fmla="*/ 4802245 w 10920173"/>
                <a:gd name="csY25" fmla="*/ 1289562 h 2421274"/>
                <a:gd name="csX26" fmla="*/ 4854872 w 10920173"/>
                <a:gd name="csY26" fmla="*/ 1046160 h 2421274"/>
                <a:gd name="csX27" fmla="*/ 4940392 w 10920173"/>
                <a:gd name="csY27" fmla="*/ 1276405 h 2421274"/>
                <a:gd name="csX28" fmla="*/ 5006176 w 10920173"/>
                <a:gd name="csY28" fmla="*/ 1026425 h 2421274"/>
                <a:gd name="csX29" fmla="*/ 5098274 w 10920173"/>
                <a:gd name="csY29" fmla="*/ 1256669 h 2421274"/>
                <a:gd name="csX30" fmla="*/ 5144323 w 10920173"/>
                <a:gd name="csY30" fmla="*/ 1026425 h 2421274"/>
                <a:gd name="csX31" fmla="*/ 5223264 w 10920173"/>
                <a:gd name="csY31" fmla="*/ 1250091 h 2421274"/>
                <a:gd name="csX32" fmla="*/ 5249577 w 10920173"/>
                <a:gd name="csY32" fmla="*/ 960641 h 2421274"/>
                <a:gd name="csX33" fmla="*/ 5295626 w 10920173"/>
                <a:gd name="csY33" fmla="*/ 1269826 h 2421274"/>
                <a:gd name="csX34" fmla="*/ 5341675 w 10920173"/>
                <a:gd name="csY34" fmla="*/ 993533 h 2421274"/>
                <a:gd name="csX35" fmla="*/ 5407459 w 10920173"/>
                <a:gd name="csY35" fmla="*/ 1263248 h 2421274"/>
                <a:gd name="csX36" fmla="*/ 5440351 w 10920173"/>
                <a:gd name="csY36" fmla="*/ 875121 h 2421274"/>
                <a:gd name="csX37" fmla="*/ 5499557 w 10920173"/>
                <a:gd name="csY37" fmla="*/ 1243513 h 2421274"/>
                <a:gd name="csX38" fmla="*/ 5565341 w 10920173"/>
                <a:gd name="csY38" fmla="*/ 908013 h 2421274"/>
                <a:gd name="csX39" fmla="*/ 5664018 w 10920173"/>
                <a:gd name="csY39" fmla="*/ 1250091 h 2421274"/>
                <a:gd name="csX40" fmla="*/ 5710066 w 10920173"/>
                <a:gd name="csY40" fmla="*/ 1000111 h 2421274"/>
                <a:gd name="csX41" fmla="*/ 5828478 w 10920173"/>
                <a:gd name="csY41" fmla="*/ 2276324 h 2421274"/>
                <a:gd name="csX42" fmla="*/ 5854792 w 10920173"/>
                <a:gd name="csY42" fmla="*/ 177809 h 2421274"/>
                <a:gd name="csX43" fmla="*/ 5913997 w 10920173"/>
                <a:gd name="csY43" fmla="*/ 2315795 h 2421274"/>
                <a:gd name="csX44" fmla="*/ 5986360 w 10920173"/>
                <a:gd name="csY44" fmla="*/ 289642 h 2421274"/>
                <a:gd name="csX45" fmla="*/ 6025830 w 10920173"/>
                <a:gd name="csY45" fmla="*/ 2276324 h 2421274"/>
                <a:gd name="csX46" fmla="*/ 6091615 w 10920173"/>
                <a:gd name="csY46" fmla="*/ 192 h 2421274"/>
                <a:gd name="csX47" fmla="*/ 6144242 w 10920173"/>
                <a:gd name="csY47" fmla="*/ 2421049 h 2421274"/>
                <a:gd name="csX48" fmla="*/ 6170556 w 10920173"/>
                <a:gd name="csY48" fmla="*/ 158074 h 2421274"/>
                <a:gd name="csX49" fmla="*/ 6229761 w 10920173"/>
                <a:gd name="csY49" fmla="*/ 2394736 h 2421274"/>
                <a:gd name="csX50" fmla="*/ 6282389 w 10920173"/>
                <a:gd name="csY50" fmla="*/ 408054 h 2421274"/>
                <a:gd name="csX51" fmla="*/ 6341594 w 10920173"/>
                <a:gd name="csY51" fmla="*/ 2236854 h 2421274"/>
                <a:gd name="csX52" fmla="*/ 6407379 w 10920173"/>
                <a:gd name="csY52" fmla="*/ 934327 h 2421274"/>
                <a:gd name="csX53" fmla="*/ 6440271 w 10920173"/>
                <a:gd name="csY53" fmla="*/ 1894776 h 2421274"/>
                <a:gd name="csX54" fmla="*/ 6499477 w 10920173"/>
                <a:gd name="csY54" fmla="*/ 822494 h 2421274"/>
                <a:gd name="csX55" fmla="*/ 6532369 w 10920173"/>
                <a:gd name="csY55" fmla="*/ 1914511 h 2421274"/>
                <a:gd name="csX56" fmla="*/ 6578418 w 10920173"/>
                <a:gd name="csY56" fmla="*/ 408054 h 2421274"/>
                <a:gd name="csX57" fmla="*/ 6677094 w 10920173"/>
                <a:gd name="csY57" fmla="*/ 2164491 h 2421274"/>
                <a:gd name="csX58" fmla="*/ 6683672 w 10920173"/>
                <a:gd name="csY58" fmla="*/ 427789 h 2421274"/>
                <a:gd name="csX59" fmla="*/ 6749456 w 10920173"/>
                <a:gd name="csY59" fmla="*/ 1460600 h 2421274"/>
                <a:gd name="csX60" fmla="*/ 6762613 w 10920173"/>
                <a:gd name="csY60" fmla="*/ 269907 h 2421274"/>
                <a:gd name="csX61" fmla="*/ 6828397 w 10920173"/>
                <a:gd name="csY61" fmla="*/ 2388157 h 2421274"/>
                <a:gd name="csX62" fmla="*/ 6841554 w 10920173"/>
                <a:gd name="csY62" fmla="*/ 1348767 h 2421274"/>
                <a:gd name="csX63" fmla="*/ 6927074 w 10920173"/>
                <a:gd name="csY63" fmla="*/ 2111864 h 2421274"/>
                <a:gd name="csX64" fmla="*/ 6907338 w 10920173"/>
                <a:gd name="csY64" fmla="*/ 296221 h 2421274"/>
                <a:gd name="csX65" fmla="*/ 7012593 w 10920173"/>
                <a:gd name="csY65" fmla="*/ 2046080 h 2421274"/>
                <a:gd name="csX66" fmla="*/ 7045485 w 10920173"/>
                <a:gd name="csY66" fmla="*/ 309377 h 2421274"/>
                <a:gd name="csX67" fmla="*/ 7104691 w 10920173"/>
                <a:gd name="csY67" fmla="*/ 2026344 h 2421274"/>
                <a:gd name="csX68" fmla="*/ 7131005 w 10920173"/>
                <a:gd name="csY68" fmla="*/ 480416 h 2421274"/>
                <a:gd name="csX69" fmla="*/ 7203367 w 10920173"/>
                <a:gd name="csY69" fmla="*/ 1842149 h 2421274"/>
                <a:gd name="csX70" fmla="*/ 7216524 w 10920173"/>
                <a:gd name="csY70" fmla="*/ 677769 h 2421274"/>
                <a:gd name="csX71" fmla="*/ 7282308 w 10920173"/>
                <a:gd name="csY71" fmla="*/ 2013187 h 2421274"/>
                <a:gd name="csX72" fmla="*/ 7367828 w 10920173"/>
                <a:gd name="csY72" fmla="*/ 394897 h 2421274"/>
                <a:gd name="csX73" fmla="*/ 7400720 w 10920173"/>
                <a:gd name="csY73" fmla="*/ 1980295 h 2421274"/>
                <a:gd name="csX74" fmla="*/ 7512553 w 10920173"/>
                <a:gd name="csY74" fmla="*/ 519887 h 2421274"/>
                <a:gd name="csX75" fmla="*/ 7578337 w 10920173"/>
                <a:gd name="csY75" fmla="*/ 2000031 h 2421274"/>
                <a:gd name="csX76" fmla="*/ 7611229 w 10920173"/>
                <a:gd name="csY76" fmla="*/ 815916 h 2421274"/>
                <a:gd name="csX77" fmla="*/ 7696748 w 10920173"/>
                <a:gd name="csY77" fmla="*/ 1855305 h 2421274"/>
                <a:gd name="csX78" fmla="*/ 7723062 w 10920173"/>
                <a:gd name="csY78" fmla="*/ 697504 h 2421274"/>
                <a:gd name="csX79" fmla="*/ 7775689 w 10920173"/>
                <a:gd name="csY79" fmla="*/ 1822413 h 2421274"/>
                <a:gd name="csX80" fmla="*/ 7808582 w 10920173"/>
                <a:gd name="csY80" fmla="*/ 829072 h 2421274"/>
                <a:gd name="csX81" fmla="*/ 7880944 w 10920173"/>
                <a:gd name="csY81" fmla="*/ 1782943 h 2421274"/>
                <a:gd name="csX82" fmla="*/ 7933571 w 10920173"/>
                <a:gd name="csY82" fmla="*/ 940905 h 2421274"/>
                <a:gd name="csX83" fmla="*/ 7992777 w 10920173"/>
                <a:gd name="csY83" fmla="*/ 1697423 h 2421274"/>
                <a:gd name="csX84" fmla="*/ 8045405 w 10920173"/>
                <a:gd name="csY84" fmla="*/ 901435 h 2421274"/>
                <a:gd name="csX85" fmla="*/ 8124346 w 10920173"/>
                <a:gd name="csY85" fmla="*/ 1664531 h 2421274"/>
                <a:gd name="csX86" fmla="*/ 8190130 w 10920173"/>
                <a:gd name="csY86" fmla="*/ 1013268 h 2421274"/>
                <a:gd name="csX87" fmla="*/ 8216443 w 10920173"/>
                <a:gd name="csY87" fmla="*/ 1421130 h 2421274"/>
                <a:gd name="csX88" fmla="*/ 8242757 w 10920173"/>
                <a:gd name="csY88" fmla="*/ 1144836 h 2421274"/>
                <a:gd name="csX89" fmla="*/ 8328277 w 10920173"/>
                <a:gd name="csY89" fmla="*/ 1704002 h 2421274"/>
                <a:gd name="csX90" fmla="*/ 8354590 w 10920173"/>
                <a:gd name="csY90" fmla="*/ 1263248 h 2421274"/>
                <a:gd name="csX91" fmla="*/ 8453266 w 10920173"/>
                <a:gd name="csY91" fmla="*/ 1664531 h 2421274"/>
                <a:gd name="csX92" fmla="*/ 8486159 w 10920173"/>
                <a:gd name="csY92" fmla="*/ 1006690 h 2421274"/>
                <a:gd name="csX93" fmla="*/ 8565100 w 10920173"/>
                <a:gd name="csY93" fmla="*/ 1651375 h 2421274"/>
                <a:gd name="csX94" fmla="*/ 8591413 w 10920173"/>
                <a:gd name="csY94" fmla="*/ 1118523 h 2421274"/>
                <a:gd name="csX95" fmla="*/ 8663776 w 10920173"/>
                <a:gd name="csY95" fmla="*/ 1585590 h 2421274"/>
                <a:gd name="csX96" fmla="*/ 8722982 w 10920173"/>
                <a:gd name="csY96" fmla="*/ 1210621 h 2421274"/>
                <a:gd name="csX97" fmla="*/ 8782187 w 10920173"/>
                <a:gd name="csY97" fmla="*/ 1592169 h 2421274"/>
                <a:gd name="csX98" fmla="*/ 8841393 w 10920173"/>
                <a:gd name="csY98" fmla="*/ 1269826 h 2421274"/>
                <a:gd name="csX99" fmla="*/ 8894020 w 10920173"/>
                <a:gd name="csY99" fmla="*/ 1493493 h 2421274"/>
                <a:gd name="csX100" fmla="*/ 8926912 w 10920173"/>
                <a:gd name="csY100" fmla="*/ 1296140 h 2421274"/>
                <a:gd name="csX101" fmla="*/ 8979540 w 10920173"/>
                <a:gd name="csY101" fmla="*/ 1559277 h 2421274"/>
                <a:gd name="csX102" fmla="*/ 9051902 w 10920173"/>
                <a:gd name="csY102" fmla="*/ 1289562 h 2421274"/>
                <a:gd name="csX103" fmla="*/ 9117687 w 10920173"/>
                <a:gd name="csY103" fmla="*/ 1539541 h 2421274"/>
                <a:gd name="csX104" fmla="*/ 9130843 w 10920173"/>
                <a:gd name="csY104" fmla="*/ 1243513 h 2421274"/>
                <a:gd name="csX105" fmla="*/ 9183471 w 10920173"/>
                <a:gd name="csY105" fmla="*/ 1486914 h 2421274"/>
                <a:gd name="csX106" fmla="*/ 9222941 w 10920173"/>
                <a:gd name="csY106" fmla="*/ 1190885 h 2421274"/>
                <a:gd name="csX107" fmla="*/ 9268990 w 10920173"/>
                <a:gd name="csY107" fmla="*/ 1493493 h 2421274"/>
                <a:gd name="csX108" fmla="*/ 9380823 w 10920173"/>
                <a:gd name="csY108" fmla="*/ 1256669 h 2421274"/>
                <a:gd name="csX109" fmla="*/ 9466343 w 10920173"/>
                <a:gd name="csY109" fmla="*/ 1394816 h 2421274"/>
                <a:gd name="csX110" fmla="*/ 9551862 w 10920173"/>
                <a:gd name="csY110" fmla="*/ 1250091 h 2421274"/>
                <a:gd name="csX111" fmla="*/ 9611068 w 10920173"/>
                <a:gd name="csY111" fmla="*/ 1335610 h 2421274"/>
                <a:gd name="csX112" fmla="*/ 9709744 w 10920173"/>
                <a:gd name="csY112" fmla="*/ 1269826 h 2421274"/>
                <a:gd name="csX113" fmla="*/ 9768950 w 10920173"/>
                <a:gd name="csY113" fmla="*/ 1335610 h 2421274"/>
                <a:gd name="csX114" fmla="*/ 9834734 w 10920173"/>
                <a:gd name="csY114" fmla="*/ 1269826 h 2421274"/>
                <a:gd name="csX115" fmla="*/ 9887361 w 10920173"/>
                <a:gd name="csY115" fmla="*/ 1322454 h 2421274"/>
                <a:gd name="csX116" fmla="*/ 9939989 w 10920173"/>
                <a:gd name="csY116" fmla="*/ 1256669 h 2421274"/>
                <a:gd name="csX117" fmla="*/ 9999194 w 10920173"/>
                <a:gd name="csY117" fmla="*/ 1315875 h 2421274"/>
                <a:gd name="csX118" fmla="*/ 10045243 w 10920173"/>
                <a:gd name="csY118" fmla="*/ 1263248 h 2421274"/>
                <a:gd name="csX119" fmla="*/ 10130763 w 10920173"/>
                <a:gd name="csY119" fmla="*/ 1315875 h 2421274"/>
                <a:gd name="csX120" fmla="*/ 10236018 w 10920173"/>
                <a:gd name="csY120" fmla="*/ 1263248 h 2421274"/>
                <a:gd name="csX121" fmla="*/ 10328115 w 10920173"/>
                <a:gd name="csY121" fmla="*/ 1302718 h 2421274"/>
                <a:gd name="csX122" fmla="*/ 10393900 w 10920173"/>
                <a:gd name="csY122" fmla="*/ 1276405 h 2421274"/>
                <a:gd name="csX123" fmla="*/ 10512311 w 10920173"/>
                <a:gd name="csY123" fmla="*/ 1302718 h 2421274"/>
                <a:gd name="csX124" fmla="*/ 10663615 w 10920173"/>
                <a:gd name="csY124" fmla="*/ 1276405 h 2421274"/>
                <a:gd name="csX125" fmla="*/ 10775448 w 10920173"/>
                <a:gd name="csY125" fmla="*/ 1302718 h 2421274"/>
                <a:gd name="csX126" fmla="*/ 10841232 w 10920173"/>
                <a:gd name="csY126" fmla="*/ 1302718 h 2421274"/>
                <a:gd name="csX127" fmla="*/ 10920173 w 10920173"/>
                <a:gd name="csY127" fmla="*/ 1335610 h 2421274"/>
                <a:gd name="csX0" fmla="*/ 0 w 10841233"/>
                <a:gd name="csY0" fmla="*/ 1138258 h 2421274"/>
                <a:gd name="csX1" fmla="*/ 1434095 w 10841233"/>
                <a:gd name="csY1" fmla="*/ 1144836 h 2421274"/>
                <a:gd name="csX2" fmla="*/ 2605053 w 10841233"/>
                <a:gd name="csY2" fmla="*/ 1125101 h 2421274"/>
                <a:gd name="csX3" fmla="*/ 3427356 w 10841233"/>
                <a:gd name="csY3" fmla="*/ 1131680 h 2421274"/>
                <a:gd name="csX4" fmla="*/ 3473405 w 10841233"/>
                <a:gd name="csY4" fmla="*/ 1125101 h 2421274"/>
                <a:gd name="csX5" fmla="*/ 3585238 w 10841233"/>
                <a:gd name="csY5" fmla="*/ 1256669 h 2421274"/>
                <a:gd name="csX6" fmla="*/ 3624708 w 10841233"/>
                <a:gd name="csY6" fmla="*/ 1197464 h 2421274"/>
                <a:gd name="csX7" fmla="*/ 3710228 w 10841233"/>
                <a:gd name="csY7" fmla="*/ 1282983 h 2421274"/>
                <a:gd name="csX8" fmla="*/ 3789169 w 10841233"/>
                <a:gd name="csY8" fmla="*/ 1039582 h 2421274"/>
                <a:gd name="csX9" fmla="*/ 3854953 w 10841233"/>
                <a:gd name="csY9" fmla="*/ 1282983 h 2421274"/>
                <a:gd name="csX10" fmla="*/ 3940472 w 10841233"/>
                <a:gd name="csY10" fmla="*/ 1026425 h 2421274"/>
                <a:gd name="csX11" fmla="*/ 4012835 w 10841233"/>
                <a:gd name="csY11" fmla="*/ 1250091 h 2421274"/>
                <a:gd name="csX12" fmla="*/ 4098354 w 10841233"/>
                <a:gd name="csY12" fmla="*/ 1039582 h 2421274"/>
                <a:gd name="csX13" fmla="*/ 4137825 w 10841233"/>
                <a:gd name="csY13" fmla="*/ 1263248 h 2421274"/>
                <a:gd name="csX14" fmla="*/ 4170717 w 10841233"/>
                <a:gd name="csY14" fmla="*/ 1039582 h 2421274"/>
                <a:gd name="csX15" fmla="*/ 4243079 w 10841233"/>
                <a:gd name="csY15" fmla="*/ 1250091 h 2421274"/>
                <a:gd name="csX16" fmla="*/ 4249658 w 10841233"/>
                <a:gd name="csY16" fmla="*/ 1026425 h 2421274"/>
                <a:gd name="csX17" fmla="*/ 4308864 w 10841233"/>
                <a:gd name="csY17" fmla="*/ 1256669 h 2421274"/>
                <a:gd name="csX18" fmla="*/ 4361491 w 10841233"/>
                <a:gd name="csY18" fmla="*/ 1046160 h 2421274"/>
                <a:gd name="csX19" fmla="*/ 4460167 w 10841233"/>
                <a:gd name="csY19" fmla="*/ 1276405 h 2421274"/>
                <a:gd name="csX20" fmla="*/ 4532530 w 10841233"/>
                <a:gd name="csY20" fmla="*/ 954062 h 2421274"/>
                <a:gd name="csX21" fmla="*/ 4598314 w 10841233"/>
                <a:gd name="csY21" fmla="*/ 1296140 h 2421274"/>
                <a:gd name="csX22" fmla="*/ 4657520 w 10841233"/>
                <a:gd name="csY22" fmla="*/ 1006690 h 2421274"/>
                <a:gd name="csX23" fmla="*/ 4703569 w 10841233"/>
                <a:gd name="csY23" fmla="*/ 1289562 h 2421274"/>
                <a:gd name="csX24" fmla="*/ 4723304 w 10841233"/>
                <a:gd name="csY24" fmla="*/ 1019846 h 2421274"/>
                <a:gd name="csX25" fmla="*/ 4802245 w 10841233"/>
                <a:gd name="csY25" fmla="*/ 1289562 h 2421274"/>
                <a:gd name="csX26" fmla="*/ 4854872 w 10841233"/>
                <a:gd name="csY26" fmla="*/ 1046160 h 2421274"/>
                <a:gd name="csX27" fmla="*/ 4940392 w 10841233"/>
                <a:gd name="csY27" fmla="*/ 1276405 h 2421274"/>
                <a:gd name="csX28" fmla="*/ 5006176 w 10841233"/>
                <a:gd name="csY28" fmla="*/ 1026425 h 2421274"/>
                <a:gd name="csX29" fmla="*/ 5098274 w 10841233"/>
                <a:gd name="csY29" fmla="*/ 1256669 h 2421274"/>
                <a:gd name="csX30" fmla="*/ 5144323 w 10841233"/>
                <a:gd name="csY30" fmla="*/ 1026425 h 2421274"/>
                <a:gd name="csX31" fmla="*/ 5223264 w 10841233"/>
                <a:gd name="csY31" fmla="*/ 1250091 h 2421274"/>
                <a:gd name="csX32" fmla="*/ 5249577 w 10841233"/>
                <a:gd name="csY32" fmla="*/ 960641 h 2421274"/>
                <a:gd name="csX33" fmla="*/ 5295626 w 10841233"/>
                <a:gd name="csY33" fmla="*/ 1269826 h 2421274"/>
                <a:gd name="csX34" fmla="*/ 5341675 w 10841233"/>
                <a:gd name="csY34" fmla="*/ 993533 h 2421274"/>
                <a:gd name="csX35" fmla="*/ 5407459 w 10841233"/>
                <a:gd name="csY35" fmla="*/ 1263248 h 2421274"/>
                <a:gd name="csX36" fmla="*/ 5440351 w 10841233"/>
                <a:gd name="csY36" fmla="*/ 875121 h 2421274"/>
                <a:gd name="csX37" fmla="*/ 5499557 w 10841233"/>
                <a:gd name="csY37" fmla="*/ 1243513 h 2421274"/>
                <a:gd name="csX38" fmla="*/ 5565341 w 10841233"/>
                <a:gd name="csY38" fmla="*/ 908013 h 2421274"/>
                <a:gd name="csX39" fmla="*/ 5664018 w 10841233"/>
                <a:gd name="csY39" fmla="*/ 1250091 h 2421274"/>
                <a:gd name="csX40" fmla="*/ 5710066 w 10841233"/>
                <a:gd name="csY40" fmla="*/ 1000111 h 2421274"/>
                <a:gd name="csX41" fmla="*/ 5828478 w 10841233"/>
                <a:gd name="csY41" fmla="*/ 2276324 h 2421274"/>
                <a:gd name="csX42" fmla="*/ 5854792 w 10841233"/>
                <a:gd name="csY42" fmla="*/ 177809 h 2421274"/>
                <a:gd name="csX43" fmla="*/ 5913997 w 10841233"/>
                <a:gd name="csY43" fmla="*/ 2315795 h 2421274"/>
                <a:gd name="csX44" fmla="*/ 5986360 w 10841233"/>
                <a:gd name="csY44" fmla="*/ 289642 h 2421274"/>
                <a:gd name="csX45" fmla="*/ 6025830 w 10841233"/>
                <a:gd name="csY45" fmla="*/ 2276324 h 2421274"/>
                <a:gd name="csX46" fmla="*/ 6091615 w 10841233"/>
                <a:gd name="csY46" fmla="*/ 192 h 2421274"/>
                <a:gd name="csX47" fmla="*/ 6144242 w 10841233"/>
                <a:gd name="csY47" fmla="*/ 2421049 h 2421274"/>
                <a:gd name="csX48" fmla="*/ 6170556 w 10841233"/>
                <a:gd name="csY48" fmla="*/ 158074 h 2421274"/>
                <a:gd name="csX49" fmla="*/ 6229761 w 10841233"/>
                <a:gd name="csY49" fmla="*/ 2394736 h 2421274"/>
                <a:gd name="csX50" fmla="*/ 6282389 w 10841233"/>
                <a:gd name="csY50" fmla="*/ 408054 h 2421274"/>
                <a:gd name="csX51" fmla="*/ 6341594 w 10841233"/>
                <a:gd name="csY51" fmla="*/ 2236854 h 2421274"/>
                <a:gd name="csX52" fmla="*/ 6407379 w 10841233"/>
                <a:gd name="csY52" fmla="*/ 934327 h 2421274"/>
                <a:gd name="csX53" fmla="*/ 6440271 w 10841233"/>
                <a:gd name="csY53" fmla="*/ 1894776 h 2421274"/>
                <a:gd name="csX54" fmla="*/ 6499477 w 10841233"/>
                <a:gd name="csY54" fmla="*/ 822494 h 2421274"/>
                <a:gd name="csX55" fmla="*/ 6532369 w 10841233"/>
                <a:gd name="csY55" fmla="*/ 1914511 h 2421274"/>
                <a:gd name="csX56" fmla="*/ 6578418 w 10841233"/>
                <a:gd name="csY56" fmla="*/ 408054 h 2421274"/>
                <a:gd name="csX57" fmla="*/ 6677094 w 10841233"/>
                <a:gd name="csY57" fmla="*/ 2164491 h 2421274"/>
                <a:gd name="csX58" fmla="*/ 6683672 w 10841233"/>
                <a:gd name="csY58" fmla="*/ 427789 h 2421274"/>
                <a:gd name="csX59" fmla="*/ 6749456 w 10841233"/>
                <a:gd name="csY59" fmla="*/ 1460600 h 2421274"/>
                <a:gd name="csX60" fmla="*/ 6762613 w 10841233"/>
                <a:gd name="csY60" fmla="*/ 269907 h 2421274"/>
                <a:gd name="csX61" fmla="*/ 6828397 w 10841233"/>
                <a:gd name="csY61" fmla="*/ 2388157 h 2421274"/>
                <a:gd name="csX62" fmla="*/ 6841554 w 10841233"/>
                <a:gd name="csY62" fmla="*/ 1348767 h 2421274"/>
                <a:gd name="csX63" fmla="*/ 6927074 w 10841233"/>
                <a:gd name="csY63" fmla="*/ 2111864 h 2421274"/>
                <a:gd name="csX64" fmla="*/ 6907338 w 10841233"/>
                <a:gd name="csY64" fmla="*/ 296221 h 2421274"/>
                <a:gd name="csX65" fmla="*/ 7012593 w 10841233"/>
                <a:gd name="csY65" fmla="*/ 2046080 h 2421274"/>
                <a:gd name="csX66" fmla="*/ 7045485 w 10841233"/>
                <a:gd name="csY66" fmla="*/ 309377 h 2421274"/>
                <a:gd name="csX67" fmla="*/ 7104691 w 10841233"/>
                <a:gd name="csY67" fmla="*/ 2026344 h 2421274"/>
                <a:gd name="csX68" fmla="*/ 7131005 w 10841233"/>
                <a:gd name="csY68" fmla="*/ 480416 h 2421274"/>
                <a:gd name="csX69" fmla="*/ 7203367 w 10841233"/>
                <a:gd name="csY69" fmla="*/ 1842149 h 2421274"/>
                <a:gd name="csX70" fmla="*/ 7216524 w 10841233"/>
                <a:gd name="csY70" fmla="*/ 677769 h 2421274"/>
                <a:gd name="csX71" fmla="*/ 7282308 w 10841233"/>
                <a:gd name="csY71" fmla="*/ 2013187 h 2421274"/>
                <a:gd name="csX72" fmla="*/ 7367828 w 10841233"/>
                <a:gd name="csY72" fmla="*/ 394897 h 2421274"/>
                <a:gd name="csX73" fmla="*/ 7400720 w 10841233"/>
                <a:gd name="csY73" fmla="*/ 1980295 h 2421274"/>
                <a:gd name="csX74" fmla="*/ 7512553 w 10841233"/>
                <a:gd name="csY74" fmla="*/ 519887 h 2421274"/>
                <a:gd name="csX75" fmla="*/ 7578337 w 10841233"/>
                <a:gd name="csY75" fmla="*/ 2000031 h 2421274"/>
                <a:gd name="csX76" fmla="*/ 7611229 w 10841233"/>
                <a:gd name="csY76" fmla="*/ 815916 h 2421274"/>
                <a:gd name="csX77" fmla="*/ 7696748 w 10841233"/>
                <a:gd name="csY77" fmla="*/ 1855305 h 2421274"/>
                <a:gd name="csX78" fmla="*/ 7723062 w 10841233"/>
                <a:gd name="csY78" fmla="*/ 697504 h 2421274"/>
                <a:gd name="csX79" fmla="*/ 7775689 w 10841233"/>
                <a:gd name="csY79" fmla="*/ 1822413 h 2421274"/>
                <a:gd name="csX80" fmla="*/ 7808582 w 10841233"/>
                <a:gd name="csY80" fmla="*/ 829072 h 2421274"/>
                <a:gd name="csX81" fmla="*/ 7880944 w 10841233"/>
                <a:gd name="csY81" fmla="*/ 1782943 h 2421274"/>
                <a:gd name="csX82" fmla="*/ 7933571 w 10841233"/>
                <a:gd name="csY82" fmla="*/ 940905 h 2421274"/>
                <a:gd name="csX83" fmla="*/ 7992777 w 10841233"/>
                <a:gd name="csY83" fmla="*/ 1697423 h 2421274"/>
                <a:gd name="csX84" fmla="*/ 8045405 w 10841233"/>
                <a:gd name="csY84" fmla="*/ 901435 h 2421274"/>
                <a:gd name="csX85" fmla="*/ 8124346 w 10841233"/>
                <a:gd name="csY85" fmla="*/ 1664531 h 2421274"/>
                <a:gd name="csX86" fmla="*/ 8190130 w 10841233"/>
                <a:gd name="csY86" fmla="*/ 1013268 h 2421274"/>
                <a:gd name="csX87" fmla="*/ 8216443 w 10841233"/>
                <a:gd name="csY87" fmla="*/ 1421130 h 2421274"/>
                <a:gd name="csX88" fmla="*/ 8242757 w 10841233"/>
                <a:gd name="csY88" fmla="*/ 1144836 h 2421274"/>
                <a:gd name="csX89" fmla="*/ 8328277 w 10841233"/>
                <a:gd name="csY89" fmla="*/ 1704002 h 2421274"/>
                <a:gd name="csX90" fmla="*/ 8354590 w 10841233"/>
                <a:gd name="csY90" fmla="*/ 1263248 h 2421274"/>
                <a:gd name="csX91" fmla="*/ 8453266 w 10841233"/>
                <a:gd name="csY91" fmla="*/ 1664531 h 2421274"/>
                <a:gd name="csX92" fmla="*/ 8486159 w 10841233"/>
                <a:gd name="csY92" fmla="*/ 1006690 h 2421274"/>
                <a:gd name="csX93" fmla="*/ 8565100 w 10841233"/>
                <a:gd name="csY93" fmla="*/ 1651375 h 2421274"/>
                <a:gd name="csX94" fmla="*/ 8591413 w 10841233"/>
                <a:gd name="csY94" fmla="*/ 1118523 h 2421274"/>
                <a:gd name="csX95" fmla="*/ 8663776 w 10841233"/>
                <a:gd name="csY95" fmla="*/ 1585590 h 2421274"/>
                <a:gd name="csX96" fmla="*/ 8722982 w 10841233"/>
                <a:gd name="csY96" fmla="*/ 1210621 h 2421274"/>
                <a:gd name="csX97" fmla="*/ 8782187 w 10841233"/>
                <a:gd name="csY97" fmla="*/ 1592169 h 2421274"/>
                <a:gd name="csX98" fmla="*/ 8841393 w 10841233"/>
                <a:gd name="csY98" fmla="*/ 1269826 h 2421274"/>
                <a:gd name="csX99" fmla="*/ 8894020 w 10841233"/>
                <a:gd name="csY99" fmla="*/ 1493493 h 2421274"/>
                <a:gd name="csX100" fmla="*/ 8926912 w 10841233"/>
                <a:gd name="csY100" fmla="*/ 1296140 h 2421274"/>
                <a:gd name="csX101" fmla="*/ 8979540 w 10841233"/>
                <a:gd name="csY101" fmla="*/ 1559277 h 2421274"/>
                <a:gd name="csX102" fmla="*/ 9051902 w 10841233"/>
                <a:gd name="csY102" fmla="*/ 1289562 h 2421274"/>
                <a:gd name="csX103" fmla="*/ 9117687 w 10841233"/>
                <a:gd name="csY103" fmla="*/ 1539541 h 2421274"/>
                <a:gd name="csX104" fmla="*/ 9130843 w 10841233"/>
                <a:gd name="csY104" fmla="*/ 1243513 h 2421274"/>
                <a:gd name="csX105" fmla="*/ 9183471 w 10841233"/>
                <a:gd name="csY105" fmla="*/ 1486914 h 2421274"/>
                <a:gd name="csX106" fmla="*/ 9222941 w 10841233"/>
                <a:gd name="csY106" fmla="*/ 1190885 h 2421274"/>
                <a:gd name="csX107" fmla="*/ 9268990 w 10841233"/>
                <a:gd name="csY107" fmla="*/ 1493493 h 2421274"/>
                <a:gd name="csX108" fmla="*/ 9380823 w 10841233"/>
                <a:gd name="csY108" fmla="*/ 1256669 h 2421274"/>
                <a:gd name="csX109" fmla="*/ 9466343 w 10841233"/>
                <a:gd name="csY109" fmla="*/ 1394816 h 2421274"/>
                <a:gd name="csX110" fmla="*/ 9551862 w 10841233"/>
                <a:gd name="csY110" fmla="*/ 1250091 h 2421274"/>
                <a:gd name="csX111" fmla="*/ 9611068 w 10841233"/>
                <a:gd name="csY111" fmla="*/ 1335610 h 2421274"/>
                <a:gd name="csX112" fmla="*/ 9709744 w 10841233"/>
                <a:gd name="csY112" fmla="*/ 1269826 h 2421274"/>
                <a:gd name="csX113" fmla="*/ 9768950 w 10841233"/>
                <a:gd name="csY113" fmla="*/ 1335610 h 2421274"/>
                <a:gd name="csX114" fmla="*/ 9834734 w 10841233"/>
                <a:gd name="csY114" fmla="*/ 1269826 h 2421274"/>
                <a:gd name="csX115" fmla="*/ 9887361 w 10841233"/>
                <a:gd name="csY115" fmla="*/ 1322454 h 2421274"/>
                <a:gd name="csX116" fmla="*/ 9939989 w 10841233"/>
                <a:gd name="csY116" fmla="*/ 1256669 h 2421274"/>
                <a:gd name="csX117" fmla="*/ 9999194 w 10841233"/>
                <a:gd name="csY117" fmla="*/ 1315875 h 2421274"/>
                <a:gd name="csX118" fmla="*/ 10045243 w 10841233"/>
                <a:gd name="csY118" fmla="*/ 1263248 h 2421274"/>
                <a:gd name="csX119" fmla="*/ 10130763 w 10841233"/>
                <a:gd name="csY119" fmla="*/ 1315875 h 2421274"/>
                <a:gd name="csX120" fmla="*/ 10236018 w 10841233"/>
                <a:gd name="csY120" fmla="*/ 1263248 h 2421274"/>
                <a:gd name="csX121" fmla="*/ 10328115 w 10841233"/>
                <a:gd name="csY121" fmla="*/ 1302718 h 2421274"/>
                <a:gd name="csX122" fmla="*/ 10393900 w 10841233"/>
                <a:gd name="csY122" fmla="*/ 1276405 h 2421274"/>
                <a:gd name="csX123" fmla="*/ 10512311 w 10841233"/>
                <a:gd name="csY123" fmla="*/ 1302718 h 2421274"/>
                <a:gd name="csX124" fmla="*/ 10663615 w 10841233"/>
                <a:gd name="csY124" fmla="*/ 1276405 h 2421274"/>
                <a:gd name="csX125" fmla="*/ 10775448 w 10841233"/>
                <a:gd name="csY125" fmla="*/ 1302718 h 2421274"/>
                <a:gd name="csX126" fmla="*/ 10841232 w 10841233"/>
                <a:gd name="csY126" fmla="*/ 1302718 h 2421274"/>
                <a:gd name="csX0" fmla="*/ 0 w 10775448"/>
                <a:gd name="csY0" fmla="*/ 1138258 h 2421274"/>
                <a:gd name="csX1" fmla="*/ 1434095 w 10775448"/>
                <a:gd name="csY1" fmla="*/ 1144836 h 2421274"/>
                <a:gd name="csX2" fmla="*/ 2605053 w 10775448"/>
                <a:gd name="csY2" fmla="*/ 1125101 h 2421274"/>
                <a:gd name="csX3" fmla="*/ 3427356 w 10775448"/>
                <a:gd name="csY3" fmla="*/ 1131680 h 2421274"/>
                <a:gd name="csX4" fmla="*/ 3473405 w 10775448"/>
                <a:gd name="csY4" fmla="*/ 1125101 h 2421274"/>
                <a:gd name="csX5" fmla="*/ 3585238 w 10775448"/>
                <a:gd name="csY5" fmla="*/ 1256669 h 2421274"/>
                <a:gd name="csX6" fmla="*/ 3624708 w 10775448"/>
                <a:gd name="csY6" fmla="*/ 1197464 h 2421274"/>
                <a:gd name="csX7" fmla="*/ 3710228 w 10775448"/>
                <a:gd name="csY7" fmla="*/ 1282983 h 2421274"/>
                <a:gd name="csX8" fmla="*/ 3789169 w 10775448"/>
                <a:gd name="csY8" fmla="*/ 1039582 h 2421274"/>
                <a:gd name="csX9" fmla="*/ 3854953 w 10775448"/>
                <a:gd name="csY9" fmla="*/ 1282983 h 2421274"/>
                <a:gd name="csX10" fmla="*/ 3940472 w 10775448"/>
                <a:gd name="csY10" fmla="*/ 1026425 h 2421274"/>
                <a:gd name="csX11" fmla="*/ 4012835 w 10775448"/>
                <a:gd name="csY11" fmla="*/ 1250091 h 2421274"/>
                <a:gd name="csX12" fmla="*/ 4098354 w 10775448"/>
                <a:gd name="csY12" fmla="*/ 1039582 h 2421274"/>
                <a:gd name="csX13" fmla="*/ 4137825 w 10775448"/>
                <a:gd name="csY13" fmla="*/ 1263248 h 2421274"/>
                <a:gd name="csX14" fmla="*/ 4170717 w 10775448"/>
                <a:gd name="csY14" fmla="*/ 1039582 h 2421274"/>
                <a:gd name="csX15" fmla="*/ 4243079 w 10775448"/>
                <a:gd name="csY15" fmla="*/ 1250091 h 2421274"/>
                <a:gd name="csX16" fmla="*/ 4249658 w 10775448"/>
                <a:gd name="csY16" fmla="*/ 1026425 h 2421274"/>
                <a:gd name="csX17" fmla="*/ 4308864 w 10775448"/>
                <a:gd name="csY17" fmla="*/ 1256669 h 2421274"/>
                <a:gd name="csX18" fmla="*/ 4361491 w 10775448"/>
                <a:gd name="csY18" fmla="*/ 1046160 h 2421274"/>
                <a:gd name="csX19" fmla="*/ 4460167 w 10775448"/>
                <a:gd name="csY19" fmla="*/ 1276405 h 2421274"/>
                <a:gd name="csX20" fmla="*/ 4532530 w 10775448"/>
                <a:gd name="csY20" fmla="*/ 954062 h 2421274"/>
                <a:gd name="csX21" fmla="*/ 4598314 w 10775448"/>
                <a:gd name="csY21" fmla="*/ 1296140 h 2421274"/>
                <a:gd name="csX22" fmla="*/ 4657520 w 10775448"/>
                <a:gd name="csY22" fmla="*/ 1006690 h 2421274"/>
                <a:gd name="csX23" fmla="*/ 4703569 w 10775448"/>
                <a:gd name="csY23" fmla="*/ 1289562 h 2421274"/>
                <a:gd name="csX24" fmla="*/ 4723304 w 10775448"/>
                <a:gd name="csY24" fmla="*/ 1019846 h 2421274"/>
                <a:gd name="csX25" fmla="*/ 4802245 w 10775448"/>
                <a:gd name="csY25" fmla="*/ 1289562 h 2421274"/>
                <a:gd name="csX26" fmla="*/ 4854872 w 10775448"/>
                <a:gd name="csY26" fmla="*/ 1046160 h 2421274"/>
                <a:gd name="csX27" fmla="*/ 4940392 w 10775448"/>
                <a:gd name="csY27" fmla="*/ 1276405 h 2421274"/>
                <a:gd name="csX28" fmla="*/ 5006176 w 10775448"/>
                <a:gd name="csY28" fmla="*/ 1026425 h 2421274"/>
                <a:gd name="csX29" fmla="*/ 5098274 w 10775448"/>
                <a:gd name="csY29" fmla="*/ 1256669 h 2421274"/>
                <a:gd name="csX30" fmla="*/ 5144323 w 10775448"/>
                <a:gd name="csY30" fmla="*/ 1026425 h 2421274"/>
                <a:gd name="csX31" fmla="*/ 5223264 w 10775448"/>
                <a:gd name="csY31" fmla="*/ 1250091 h 2421274"/>
                <a:gd name="csX32" fmla="*/ 5249577 w 10775448"/>
                <a:gd name="csY32" fmla="*/ 960641 h 2421274"/>
                <a:gd name="csX33" fmla="*/ 5295626 w 10775448"/>
                <a:gd name="csY33" fmla="*/ 1269826 h 2421274"/>
                <a:gd name="csX34" fmla="*/ 5341675 w 10775448"/>
                <a:gd name="csY34" fmla="*/ 993533 h 2421274"/>
                <a:gd name="csX35" fmla="*/ 5407459 w 10775448"/>
                <a:gd name="csY35" fmla="*/ 1263248 h 2421274"/>
                <a:gd name="csX36" fmla="*/ 5440351 w 10775448"/>
                <a:gd name="csY36" fmla="*/ 875121 h 2421274"/>
                <a:gd name="csX37" fmla="*/ 5499557 w 10775448"/>
                <a:gd name="csY37" fmla="*/ 1243513 h 2421274"/>
                <a:gd name="csX38" fmla="*/ 5565341 w 10775448"/>
                <a:gd name="csY38" fmla="*/ 908013 h 2421274"/>
                <a:gd name="csX39" fmla="*/ 5664018 w 10775448"/>
                <a:gd name="csY39" fmla="*/ 1250091 h 2421274"/>
                <a:gd name="csX40" fmla="*/ 5710066 w 10775448"/>
                <a:gd name="csY40" fmla="*/ 1000111 h 2421274"/>
                <a:gd name="csX41" fmla="*/ 5828478 w 10775448"/>
                <a:gd name="csY41" fmla="*/ 2276324 h 2421274"/>
                <a:gd name="csX42" fmla="*/ 5854792 w 10775448"/>
                <a:gd name="csY42" fmla="*/ 177809 h 2421274"/>
                <a:gd name="csX43" fmla="*/ 5913997 w 10775448"/>
                <a:gd name="csY43" fmla="*/ 2315795 h 2421274"/>
                <a:gd name="csX44" fmla="*/ 5986360 w 10775448"/>
                <a:gd name="csY44" fmla="*/ 289642 h 2421274"/>
                <a:gd name="csX45" fmla="*/ 6025830 w 10775448"/>
                <a:gd name="csY45" fmla="*/ 2276324 h 2421274"/>
                <a:gd name="csX46" fmla="*/ 6091615 w 10775448"/>
                <a:gd name="csY46" fmla="*/ 192 h 2421274"/>
                <a:gd name="csX47" fmla="*/ 6144242 w 10775448"/>
                <a:gd name="csY47" fmla="*/ 2421049 h 2421274"/>
                <a:gd name="csX48" fmla="*/ 6170556 w 10775448"/>
                <a:gd name="csY48" fmla="*/ 158074 h 2421274"/>
                <a:gd name="csX49" fmla="*/ 6229761 w 10775448"/>
                <a:gd name="csY49" fmla="*/ 2394736 h 2421274"/>
                <a:gd name="csX50" fmla="*/ 6282389 w 10775448"/>
                <a:gd name="csY50" fmla="*/ 408054 h 2421274"/>
                <a:gd name="csX51" fmla="*/ 6341594 w 10775448"/>
                <a:gd name="csY51" fmla="*/ 2236854 h 2421274"/>
                <a:gd name="csX52" fmla="*/ 6407379 w 10775448"/>
                <a:gd name="csY52" fmla="*/ 934327 h 2421274"/>
                <a:gd name="csX53" fmla="*/ 6440271 w 10775448"/>
                <a:gd name="csY53" fmla="*/ 1894776 h 2421274"/>
                <a:gd name="csX54" fmla="*/ 6499477 w 10775448"/>
                <a:gd name="csY54" fmla="*/ 822494 h 2421274"/>
                <a:gd name="csX55" fmla="*/ 6532369 w 10775448"/>
                <a:gd name="csY55" fmla="*/ 1914511 h 2421274"/>
                <a:gd name="csX56" fmla="*/ 6578418 w 10775448"/>
                <a:gd name="csY56" fmla="*/ 408054 h 2421274"/>
                <a:gd name="csX57" fmla="*/ 6677094 w 10775448"/>
                <a:gd name="csY57" fmla="*/ 2164491 h 2421274"/>
                <a:gd name="csX58" fmla="*/ 6683672 w 10775448"/>
                <a:gd name="csY58" fmla="*/ 427789 h 2421274"/>
                <a:gd name="csX59" fmla="*/ 6749456 w 10775448"/>
                <a:gd name="csY59" fmla="*/ 1460600 h 2421274"/>
                <a:gd name="csX60" fmla="*/ 6762613 w 10775448"/>
                <a:gd name="csY60" fmla="*/ 269907 h 2421274"/>
                <a:gd name="csX61" fmla="*/ 6828397 w 10775448"/>
                <a:gd name="csY61" fmla="*/ 2388157 h 2421274"/>
                <a:gd name="csX62" fmla="*/ 6841554 w 10775448"/>
                <a:gd name="csY62" fmla="*/ 1348767 h 2421274"/>
                <a:gd name="csX63" fmla="*/ 6927074 w 10775448"/>
                <a:gd name="csY63" fmla="*/ 2111864 h 2421274"/>
                <a:gd name="csX64" fmla="*/ 6907338 w 10775448"/>
                <a:gd name="csY64" fmla="*/ 296221 h 2421274"/>
                <a:gd name="csX65" fmla="*/ 7012593 w 10775448"/>
                <a:gd name="csY65" fmla="*/ 2046080 h 2421274"/>
                <a:gd name="csX66" fmla="*/ 7045485 w 10775448"/>
                <a:gd name="csY66" fmla="*/ 309377 h 2421274"/>
                <a:gd name="csX67" fmla="*/ 7104691 w 10775448"/>
                <a:gd name="csY67" fmla="*/ 2026344 h 2421274"/>
                <a:gd name="csX68" fmla="*/ 7131005 w 10775448"/>
                <a:gd name="csY68" fmla="*/ 480416 h 2421274"/>
                <a:gd name="csX69" fmla="*/ 7203367 w 10775448"/>
                <a:gd name="csY69" fmla="*/ 1842149 h 2421274"/>
                <a:gd name="csX70" fmla="*/ 7216524 w 10775448"/>
                <a:gd name="csY70" fmla="*/ 677769 h 2421274"/>
                <a:gd name="csX71" fmla="*/ 7282308 w 10775448"/>
                <a:gd name="csY71" fmla="*/ 2013187 h 2421274"/>
                <a:gd name="csX72" fmla="*/ 7367828 w 10775448"/>
                <a:gd name="csY72" fmla="*/ 394897 h 2421274"/>
                <a:gd name="csX73" fmla="*/ 7400720 w 10775448"/>
                <a:gd name="csY73" fmla="*/ 1980295 h 2421274"/>
                <a:gd name="csX74" fmla="*/ 7512553 w 10775448"/>
                <a:gd name="csY74" fmla="*/ 519887 h 2421274"/>
                <a:gd name="csX75" fmla="*/ 7578337 w 10775448"/>
                <a:gd name="csY75" fmla="*/ 2000031 h 2421274"/>
                <a:gd name="csX76" fmla="*/ 7611229 w 10775448"/>
                <a:gd name="csY76" fmla="*/ 815916 h 2421274"/>
                <a:gd name="csX77" fmla="*/ 7696748 w 10775448"/>
                <a:gd name="csY77" fmla="*/ 1855305 h 2421274"/>
                <a:gd name="csX78" fmla="*/ 7723062 w 10775448"/>
                <a:gd name="csY78" fmla="*/ 697504 h 2421274"/>
                <a:gd name="csX79" fmla="*/ 7775689 w 10775448"/>
                <a:gd name="csY79" fmla="*/ 1822413 h 2421274"/>
                <a:gd name="csX80" fmla="*/ 7808582 w 10775448"/>
                <a:gd name="csY80" fmla="*/ 829072 h 2421274"/>
                <a:gd name="csX81" fmla="*/ 7880944 w 10775448"/>
                <a:gd name="csY81" fmla="*/ 1782943 h 2421274"/>
                <a:gd name="csX82" fmla="*/ 7933571 w 10775448"/>
                <a:gd name="csY82" fmla="*/ 940905 h 2421274"/>
                <a:gd name="csX83" fmla="*/ 7992777 w 10775448"/>
                <a:gd name="csY83" fmla="*/ 1697423 h 2421274"/>
                <a:gd name="csX84" fmla="*/ 8045405 w 10775448"/>
                <a:gd name="csY84" fmla="*/ 901435 h 2421274"/>
                <a:gd name="csX85" fmla="*/ 8124346 w 10775448"/>
                <a:gd name="csY85" fmla="*/ 1664531 h 2421274"/>
                <a:gd name="csX86" fmla="*/ 8190130 w 10775448"/>
                <a:gd name="csY86" fmla="*/ 1013268 h 2421274"/>
                <a:gd name="csX87" fmla="*/ 8216443 w 10775448"/>
                <a:gd name="csY87" fmla="*/ 1421130 h 2421274"/>
                <a:gd name="csX88" fmla="*/ 8242757 w 10775448"/>
                <a:gd name="csY88" fmla="*/ 1144836 h 2421274"/>
                <a:gd name="csX89" fmla="*/ 8328277 w 10775448"/>
                <a:gd name="csY89" fmla="*/ 1704002 h 2421274"/>
                <a:gd name="csX90" fmla="*/ 8354590 w 10775448"/>
                <a:gd name="csY90" fmla="*/ 1263248 h 2421274"/>
                <a:gd name="csX91" fmla="*/ 8453266 w 10775448"/>
                <a:gd name="csY91" fmla="*/ 1664531 h 2421274"/>
                <a:gd name="csX92" fmla="*/ 8486159 w 10775448"/>
                <a:gd name="csY92" fmla="*/ 1006690 h 2421274"/>
                <a:gd name="csX93" fmla="*/ 8565100 w 10775448"/>
                <a:gd name="csY93" fmla="*/ 1651375 h 2421274"/>
                <a:gd name="csX94" fmla="*/ 8591413 w 10775448"/>
                <a:gd name="csY94" fmla="*/ 1118523 h 2421274"/>
                <a:gd name="csX95" fmla="*/ 8663776 w 10775448"/>
                <a:gd name="csY95" fmla="*/ 1585590 h 2421274"/>
                <a:gd name="csX96" fmla="*/ 8722982 w 10775448"/>
                <a:gd name="csY96" fmla="*/ 1210621 h 2421274"/>
                <a:gd name="csX97" fmla="*/ 8782187 w 10775448"/>
                <a:gd name="csY97" fmla="*/ 1592169 h 2421274"/>
                <a:gd name="csX98" fmla="*/ 8841393 w 10775448"/>
                <a:gd name="csY98" fmla="*/ 1269826 h 2421274"/>
                <a:gd name="csX99" fmla="*/ 8894020 w 10775448"/>
                <a:gd name="csY99" fmla="*/ 1493493 h 2421274"/>
                <a:gd name="csX100" fmla="*/ 8926912 w 10775448"/>
                <a:gd name="csY100" fmla="*/ 1296140 h 2421274"/>
                <a:gd name="csX101" fmla="*/ 8979540 w 10775448"/>
                <a:gd name="csY101" fmla="*/ 1559277 h 2421274"/>
                <a:gd name="csX102" fmla="*/ 9051902 w 10775448"/>
                <a:gd name="csY102" fmla="*/ 1289562 h 2421274"/>
                <a:gd name="csX103" fmla="*/ 9117687 w 10775448"/>
                <a:gd name="csY103" fmla="*/ 1539541 h 2421274"/>
                <a:gd name="csX104" fmla="*/ 9130843 w 10775448"/>
                <a:gd name="csY104" fmla="*/ 1243513 h 2421274"/>
                <a:gd name="csX105" fmla="*/ 9183471 w 10775448"/>
                <a:gd name="csY105" fmla="*/ 1486914 h 2421274"/>
                <a:gd name="csX106" fmla="*/ 9222941 w 10775448"/>
                <a:gd name="csY106" fmla="*/ 1190885 h 2421274"/>
                <a:gd name="csX107" fmla="*/ 9268990 w 10775448"/>
                <a:gd name="csY107" fmla="*/ 1493493 h 2421274"/>
                <a:gd name="csX108" fmla="*/ 9380823 w 10775448"/>
                <a:gd name="csY108" fmla="*/ 1256669 h 2421274"/>
                <a:gd name="csX109" fmla="*/ 9466343 w 10775448"/>
                <a:gd name="csY109" fmla="*/ 1394816 h 2421274"/>
                <a:gd name="csX110" fmla="*/ 9551862 w 10775448"/>
                <a:gd name="csY110" fmla="*/ 1250091 h 2421274"/>
                <a:gd name="csX111" fmla="*/ 9611068 w 10775448"/>
                <a:gd name="csY111" fmla="*/ 1335610 h 2421274"/>
                <a:gd name="csX112" fmla="*/ 9709744 w 10775448"/>
                <a:gd name="csY112" fmla="*/ 1269826 h 2421274"/>
                <a:gd name="csX113" fmla="*/ 9768950 w 10775448"/>
                <a:gd name="csY113" fmla="*/ 1335610 h 2421274"/>
                <a:gd name="csX114" fmla="*/ 9834734 w 10775448"/>
                <a:gd name="csY114" fmla="*/ 1269826 h 2421274"/>
                <a:gd name="csX115" fmla="*/ 9887361 w 10775448"/>
                <a:gd name="csY115" fmla="*/ 1322454 h 2421274"/>
                <a:gd name="csX116" fmla="*/ 9939989 w 10775448"/>
                <a:gd name="csY116" fmla="*/ 1256669 h 2421274"/>
                <a:gd name="csX117" fmla="*/ 9999194 w 10775448"/>
                <a:gd name="csY117" fmla="*/ 1315875 h 2421274"/>
                <a:gd name="csX118" fmla="*/ 10045243 w 10775448"/>
                <a:gd name="csY118" fmla="*/ 1263248 h 2421274"/>
                <a:gd name="csX119" fmla="*/ 10130763 w 10775448"/>
                <a:gd name="csY119" fmla="*/ 1315875 h 2421274"/>
                <a:gd name="csX120" fmla="*/ 10236018 w 10775448"/>
                <a:gd name="csY120" fmla="*/ 1263248 h 2421274"/>
                <a:gd name="csX121" fmla="*/ 10328115 w 10775448"/>
                <a:gd name="csY121" fmla="*/ 1302718 h 2421274"/>
                <a:gd name="csX122" fmla="*/ 10393900 w 10775448"/>
                <a:gd name="csY122" fmla="*/ 1276405 h 2421274"/>
                <a:gd name="csX123" fmla="*/ 10512311 w 10775448"/>
                <a:gd name="csY123" fmla="*/ 1302718 h 2421274"/>
                <a:gd name="csX124" fmla="*/ 10663615 w 10775448"/>
                <a:gd name="csY124" fmla="*/ 1276405 h 2421274"/>
                <a:gd name="csX125" fmla="*/ 10775448 w 10775448"/>
                <a:gd name="csY125" fmla="*/ 1302718 h 2421274"/>
                <a:gd name="csX0" fmla="*/ 0 w 10663614"/>
                <a:gd name="csY0" fmla="*/ 1138258 h 2421274"/>
                <a:gd name="csX1" fmla="*/ 1434095 w 10663614"/>
                <a:gd name="csY1" fmla="*/ 1144836 h 2421274"/>
                <a:gd name="csX2" fmla="*/ 2605053 w 10663614"/>
                <a:gd name="csY2" fmla="*/ 1125101 h 2421274"/>
                <a:gd name="csX3" fmla="*/ 3427356 w 10663614"/>
                <a:gd name="csY3" fmla="*/ 1131680 h 2421274"/>
                <a:gd name="csX4" fmla="*/ 3473405 w 10663614"/>
                <a:gd name="csY4" fmla="*/ 1125101 h 2421274"/>
                <a:gd name="csX5" fmla="*/ 3585238 w 10663614"/>
                <a:gd name="csY5" fmla="*/ 1256669 h 2421274"/>
                <a:gd name="csX6" fmla="*/ 3624708 w 10663614"/>
                <a:gd name="csY6" fmla="*/ 1197464 h 2421274"/>
                <a:gd name="csX7" fmla="*/ 3710228 w 10663614"/>
                <a:gd name="csY7" fmla="*/ 1282983 h 2421274"/>
                <a:gd name="csX8" fmla="*/ 3789169 w 10663614"/>
                <a:gd name="csY8" fmla="*/ 1039582 h 2421274"/>
                <a:gd name="csX9" fmla="*/ 3854953 w 10663614"/>
                <a:gd name="csY9" fmla="*/ 1282983 h 2421274"/>
                <a:gd name="csX10" fmla="*/ 3940472 w 10663614"/>
                <a:gd name="csY10" fmla="*/ 1026425 h 2421274"/>
                <a:gd name="csX11" fmla="*/ 4012835 w 10663614"/>
                <a:gd name="csY11" fmla="*/ 1250091 h 2421274"/>
                <a:gd name="csX12" fmla="*/ 4098354 w 10663614"/>
                <a:gd name="csY12" fmla="*/ 1039582 h 2421274"/>
                <a:gd name="csX13" fmla="*/ 4137825 w 10663614"/>
                <a:gd name="csY13" fmla="*/ 1263248 h 2421274"/>
                <a:gd name="csX14" fmla="*/ 4170717 w 10663614"/>
                <a:gd name="csY14" fmla="*/ 1039582 h 2421274"/>
                <a:gd name="csX15" fmla="*/ 4243079 w 10663614"/>
                <a:gd name="csY15" fmla="*/ 1250091 h 2421274"/>
                <a:gd name="csX16" fmla="*/ 4249658 w 10663614"/>
                <a:gd name="csY16" fmla="*/ 1026425 h 2421274"/>
                <a:gd name="csX17" fmla="*/ 4308864 w 10663614"/>
                <a:gd name="csY17" fmla="*/ 1256669 h 2421274"/>
                <a:gd name="csX18" fmla="*/ 4361491 w 10663614"/>
                <a:gd name="csY18" fmla="*/ 1046160 h 2421274"/>
                <a:gd name="csX19" fmla="*/ 4460167 w 10663614"/>
                <a:gd name="csY19" fmla="*/ 1276405 h 2421274"/>
                <a:gd name="csX20" fmla="*/ 4532530 w 10663614"/>
                <a:gd name="csY20" fmla="*/ 954062 h 2421274"/>
                <a:gd name="csX21" fmla="*/ 4598314 w 10663614"/>
                <a:gd name="csY21" fmla="*/ 1296140 h 2421274"/>
                <a:gd name="csX22" fmla="*/ 4657520 w 10663614"/>
                <a:gd name="csY22" fmla="*/ 1006690 h 2421274"/>
                <a:gd name="csX23" fmla="*/ 4703569 w 10663614"/>
                <a:gd name="csY23" fmla="*/ 1289562 h 2421274"/>
                <a:gd name="csX24" fmla="*/ 4723304 w 10663614"/>
                <a:gd name="csY24" fmla="*/ 1019846 h 2421274"/>
                <a:gd name="csX25" fmla="*/ 4802245 w 10663614"/>
                <a:gd name="csY25" fmla="*/ 1289562 h 2421274"/>
                <a:gd name="csX26" fmla="*/ 4854872 w 10663614"/>
                <a:gd name="csY26" fmla="*/ 1046160 h 2421274"/>
                <a:gd name="csX27" fmla="*/ 4940392 w 10663614"/>
                <a:gd name="csY27" fmla="*/ 1276405 h 2421274"/>
                <a:gd name="csX28" fmla="*/ 5006176 w 10663614"/>
                <a:gd name="csY28" fmla="*/ 1026425 h 2421274"/>
                <a:gd name="csX29" fmla="*/ 5098274 w 10663614"/>
                <a:gd name="csY29" fmla="*/ 1256669 h 2421274"/>
                <a:gd name="csX30" fmla="*/ 5144323 w 10663614"/>
                <a:gd name="csY30" fmla="*/ 1026425 h 2421274"/>
                <a:gd name="csX31" fmla="*/ 5223264 w 10663614"/>
                <a:gd name="csY31" fmla="*/ 1250091 h 2421274"/>
                <a:gd name="csX32" fmla="*/ 5249577 w 10663614"/>
                <a:gd name="csY32" fmla="*/ 960641 h 2421274"/>
                <a:gd name="csX33" fmla="*/ 5295626 w 10663614"/>
                <a:gd name="csY33" fmla="*/ 1269826 h 2421274"/>
                <a:gd name="csX34" fmla="*/ 5341675 w 10663614"/>
                <a:gd name="csY34" fmla="*/ 993533 h 2421274"/>
                <a:gd name="csX35" fmla="*/ 5407459 w 10663614"/>
                <a:gd name="csY35" fmla="*/ 1263248 h 2421274"/>
                <a:gd name="csX36" fmla="*/ 5440351 w 10663614"/>
                <a:gd name="csY36" fmla="*/ 875121 h 2421274"/>
                <a:gd name="csX37" fmla="*/ 5499557 w 10663614"/>
                <a:gd name="csY37" fmla="*/ 1243513 h 2421274"/>
                <a:gd name="csX38" fmla="*/ 5565341 w 10663614"/>
                <a:gd name="csY38" fmla="*/ 908013 h 2421274"/>
                <a:gd name="csX39" fmla="*/ 5664018 w 10663614"/>
                <a:gd name="csY39" fmla="*/ 1250091 h 2421274"/>
                <a:gd name="csX40" fmla="*/ 5710066 w 10663614"/>
                <a:gd name="csY40" fmla="*/ 1000111 h 2421274"/>
                <a:gd name="csX41" fmla="*/ 5828478 w 10663614"/>
                <a:gd name="csY41" fmla="*/ 2276324 h 2421274"/>
                <a:gd name="csX42" fmla="*/ 5854792 w 10663614"/>
                <a:gd name="csY42" fmla="*/ 177809 h 2421274"/>
                <a:gd name="csX43" fmla="*/ 5913997 w 10663614"/>
                <a:gd name="csY43" fmla="*/ 2315795 h 2421274"/>
                <a:gd name="csX44" fmla="*/ 5986360 w 10663614"/>
                <a:gd name="csY44" fmla="*/ 289642 h 2421274"/>
                <a:gd name="csX45" fmla="*/ 6025830 w 10663614"/>
                <a:gd name="csY45" fmla="*/ 2276324 h 2421274"/>
                <a:gd name="csX46" fmla="*/ 6091615 w 10663614"/>
                <a:gd name="csY46" fmla="*/ 192 h 2421274"/>
                <a:gd name="csX47" fmla="*/ 6144242 w 10663614"/>
                <a:gd name="csY47" fmla="*/ 2421049 h 2421274"/>
                <a:gd name="csX48" fmla="*/ 6170556 w 10663614"/>
                <a:gd name="csY48" fmla="*/ 158074 h 2421274"/>
                <a:gd name="csX49" fmla="*/ 6229761 w 10663614"/>
                <a:gd name="csY49" fmla="*/ 2394736 h 2421274"/>
                <a:gd name="csX50" fmla="*/ 6282389 w 10663614"/>
                <a:gd name="csY50" fmla="*/ 408054 h 2421274"/>
                <a:gd name="csX51" fmla="*/ 6341594 w 10663614"/>
                <a:gd name="csY51" fmla="*/ 2236854 h 2421274"/>
                <a:gd name="csX52" fmla="*/ 6407379 w 10663614"/>
                <a:gd name="csY52" fmla="*/ 934327 h 2421274"/>
                <a:gd name="csX53" fmla="*/ 6440271 w 10663614"/>
                <a:gd name="csY53" fmla="*/ 1894776 h 2421274"/>
                <a:gd name="csX54" fmla="*/ 6499477 w 10663614"/>
                <a:gd name="csY54" fmla="*/ 822494 h 2421274"/>
                <a:gd name="csX55" fmla="*/ 6532369 w 10663614"/>
                <a:gd name="csY55" fmla="*/ 1914511 h 2421274"/>
                <a:gd name="csX56" fmla="*/ 6578418 w 10663614"/>
                <a:gd name="csY56" fmla="*/ 408054 h 2421274"/>
                <a:gd name="csX57" fmla="*/ 6677094 w 10663614"/>
                <a:gd name="csY57" fmla="*/ 2164491 h 2421274"/>
                <a:gd name="csX58" fmla="*/ 6683672 w 10663614"/>
                <a:gd name="csY58" fmla="*/ 427789 h 2421274"/>
                <a:gd name="csX59" fmla="*/ 6749456 w 10663614"/>
                <a:gd name="csY59" fmla="*/ 1460600 h 2421274"/>
                <a:gd name="csX60" fmla="*/ 6762613 w 10663614"/>
                <a:gd name="csY60" fmla="*/ 269907 h 2421274"/>
                <a:gd name="csX61" fmla="*/ 6828397 w 10663614"/>
                <a:gd name="csY61" fmla="*/ 2388157 h 2421274"/>
                <a:gd name="csX62" fmla="*/ 6841554 w 10663614"/>
                <a:gd name="csY62" fmla="*/ 1348767 h 2421274"/>
                <a:gd name="csX63" fmla="*/ 6927074 w 10663614"/>
                <a:gd name="csY63" fmla="*/ 2111864 h 2421274"/>
                <a:gd name="csX64" fmla="*/ 6907338 w 10663614"/>
                <a:gd name="csY64" fmla="*/ 296221 h 2421274"/>
                <a:gd name="csX65" fmla="*/ 7012593 w 10663614"/>
                <a:gd name="csY65" fmla="*/ 2046080 h 2421274"/>
                <a:gd name="csX66" fmla="*/ 7045485 w 10663614"/>
                <a:gd name="csY66" fmla="*/ 309377 h 2421274"/>
                <a:gd name="csX67" fmla="*/ 7104691 w 10663614"/>
                <a:gd name="csY67" fmla="*/ 2026344 h 2421274"/>
                <a:gd name="csX68" fmla="*/ 7131005 w 10663614"/>
                <a:gd name="csY68" fmla="*/ 480416 h 2421274"/>
                <a:gd name="csX69" fmla="*/ 7203367 w 10663614"/>
                <a:gd name="csY69" fmla="*/ 1842149 h 2421274"/>
                <a:gd name="csX70" fmla="*/ 7216524 w 10663614"/>
                <a:gd name="csY70" fmla="*/ 677769 h 2421274"/>
                <a:gd name="csX71" fmla="*/ 7282308 w 10663614"/>
                <a:gd name="csY71" fmla="*/ 2013187 h 2421274"/>
                <a:gd name="csX72" fmla="*/ 7367828 w 10663614"/>
                <a:gd name="csY72" fmla="*/ 394897 h 2421274"/>
                <a:gd name="csX73" fmla="*/ 7400720 w 10663614"/>
                <a:gd name="csY73" fmla="*/ 1980295 h 2421274"/>
                <a:gd name="csX74" fmla="*/ 7512553 w 10663614"/>
                <a:gd name="csY74" fmla="*/ 519887 h 2421274"/>
                <a:gd name="csX75" fmla="*/ 7578337 w 10663614"/>
                <a:gd name="csY75" fmla="*/ 2000031 h 2421274"/>
                <a:gd name="csX76" fmla="*/ 7611229 w 10663614"/>
                <a:gd name="csY76" fmla="*/ 815916 h 2421274"/>
                <a:gd name="csX77" fmla="*/ 7696748 w 10663614"/>
                <a:gd name="csY77" fmla="*/ 1855305 h 2421274"/>
                <a:gd name="csX78" fmla="*/ 7723062 w 10663614"/>
                <a:gd name="csY78" fmla="*/ 697504 h 2421274"/>
                <a:gd name="csX79" fmla="*/ 7775689 w 10663614"/>
                <a:gd name="csY79" fmla="*/ 1822413 h 2421274"/>
                <a:gd name="csX80" fmla="*/ 7808582 w 10663614"/>
                <a:gd name="csY80" fmla="*/ 829072 h 2421274"/>
                <a:gd name="csX81" fmla="*/ 7880944 w 10663614"/>
                <a:gd name="csY81" fmla="*/ 1782943 h 2421274"/>
                <a:gd name="csX82" fmla="*/ 7933571 w 10663614"/>
                <a:gd name="csY82" fmla="*/ 940905 h 2421274"/>
                <a:gd name="csX83" fmla="*/ 7992777 w 10663614"/>
                <a:gd name="csY83" fmla="*/ 1697423 h 2421274"/>
                <a:gd name="csX84" fmla="*/ 8045405 w 10663614"/>
                <a:gd name="csY84" fmla="*/ 901435 h 2421274"/>
                <a:gd name="csX85" fmla="*/ 8124346 w 10663614"/>
                <a:gd name="csY85" fmla="*/ 1664531 h 2421274"/>
                <a:gd name="csX86" fmla="*/ 8190130 w 10663614"/>
                <a:gd name="csY86" fmla="*/ 1013268 h 2421274"/>
                <a:gd name="csX87" fmla="*/ 8216443 w 10663614"/>
                <a:gd name="csY87" fmla="*/ 1421130 h 2421274"/>
                <a:gd name="csX88" fmla="*/ 8242757 w 10663614"/>
                <a:gd name="csY88" fmla="*/ 1144836 h 2421274"/>
                <a:gd name="csX89" fmla="*/ 8328277 w 10663614"/>
                <a:gd name="csY89" fmla="*/ 1704002 h 2421274"/>
                <a:gd name="csX90" fmla="*/ 8354590 w 10663614"/>
                <a:gd name="csY90" fmla="*/ 1263248 h 2421274"/>
                <a:gd name="csX91" fmla="*/ 8453266 w 10663614"/>
                <a:gd name="csY91" fmla="*/ 1664531 h 2421274"/>
                <a:gd name="csX92" fmla="*/ 8486159 w 10663614"/>
                <a:gd name="csY92" fmla="*/ 1006690 h 2421274"/>
                <a:gd name="csX93" fmla="*/ 8565100 w 10663614"/>
                <a:gd name="csY93" fmla="*/ 1651375 h 2421274"/>
                <a:gd name="csX94" fmla="*/ 8591413 w 10663614"/>
                <a:gd name="csY94" fmla="*/ 1118523 h 2421274"/>
                <a:gd name="csX95" fmla="*/ 8663776 w 10663614"/>
                <a:gd name="csY95" fmla="*/ 1585590 h 2421274"/>
                <a:gd name="csX96" fmla="*/ 8722982 w 10663614"/>
                <a:gd name="csY96" fmla="*/ 1210621 h 2421274"/>
                <a:gd name="csX97" fmla="*/ 8782187 w 10663614"/>
                <a:gd name="csY97" fmla="*/ 1592169 h 2421274"/>
                <a:gd name="csX98" fmla="*/ 8841393 w 10663614"/>
                <a:gd name="csY98" fmla="*/ 1269826 h 2421274"/>
                <a:gd name="csX99" fmla="*/ 8894020 w 10663614"/>
                <a:gd name="csY99" fmla="*/ 1493493 h 2421274"/>
                <a:gd name="csX100" fmla="*/ 8926912 w 10663614"/>
                <a:gd name="csY100" fmla="*/ 1296140 h 2421274"/>
                <a:gd name="csX101" fmla="*/ 8979540 w 10663614"/>
                <a:gd name="csY101" fmla="*/ 1559277 h 2421274"/>
                <a:gd name="csX102" fmla="*/ 9051902 w 10663614"/>
                <a:gd name="csY102" fmla="*/ 1289562 h 2421274"/>
                <a:gd name="csX103" fmla="*/ 9117687 w 10663614"/>
                <a:gd name="csY103" fmla="*/ 1539541 h 2421274"/>
                <a:gd name="csX104" fmla="*/ 9130843 w 10663614"/>
                <a:gd name="csY104" fmla="*/ 1243513 h 2421274"/>
                <a:gd name="csX105" fmla="*/ 9183471 w 10663614"/>
                <a:gd name="csY105" fmla="*/ 1486914 h 2421274"/>
                <a:gd name="csX106" fmla="*/ 9222941 w 10663614"/>
                <a:gd name="csY106" fmla="*/ 1190885 h 2421274"/>
                <a:gd name="csX107" fmla="*/ 9268990 w 10663614"/>
                <a:gd name="csY107" fmla="*/ 1493493 h 2421274"/>
                <a:gd name="csX108" fmla="*/ 9380823 w 10663614"/>
                <a:gd name="csY108" fmla="*/ 1256669 h 2421274"/>
                <a:gd name="csX109" fmla="*/ 9466343 w 10663614"/>
                <a:gd name="csY109" fmla="*/ 1394816 h 2421274"/>
                <a:gd name="csX110" fmla="*/ 9551862 w 10663614"/>
                <a:gd name="csY110" fmla="*/ 1250091 h 2421274"/>
                <a:gd name="csX111" fmla="*/ 9611068 w 10663614"/>
                <a:gd name="csY111" fmla="*/ 1335610 h 2421274"/>
                <a:gd name="csX112" fmla="*/ 9709744 w 10663614"/>
                <a:gd name="csY112" fmla="*/ 1269826 h 2421274"/>
                <a:gd name="csX113" fmla="*/ 9768950 w 10663614"/>
                <a:gd name="csY113" fmla="*/ 1335610 h 2421274"/>
                <a:gd name="csX114" fmla="*/ 9834734 w 10663614"/>
                <a:gd name="csY114" fmla="*/ 1269826 h 2421274"/>
                <a:gd name="csX115" fmla="*/ 9887361 w 10663614"/>
                <a:gd name="csY115" fmla="*/ 1322454 h 2421274"/>
                <a:gd name="csX116" fmla="*/ 9939989 w 10663614"/>
                <a:gd name="csY116" fmla="*/ 1256669 h 2421274"/>
                <a:gd name="csX117" fmla="*/ 9999194 w 10663614"/>
                <a:gd name="csY117" fmla="*/ 1315875 h 2421274"/>
                <a:gd name="csX118" fmla="*/ 10045243 w 10663614"/>
                <a:gd name="csY118" fmla="*/ 1263248 h 2421274"/>
                <a:gd name="csX119" fmla="*/ 10130763 w 10663614"/>
                <a:gd name="csY119" fmla="*/ 1315875 h 2421274"/>
                <a:gd name="csX120" fmla="*/ 10236018 w 10663614"/>
                <a:gd name="csY120" fmla="*/ 1263248 h 2421274"/>
                <a:gd name="csX121" fmla="*/ 10328115 w 10663614"/>
                <a:gd name="csY121" fmla="*/ 1302718 h 2421274"/>
                <a:gd name="csX122" fmla="*/ 10393900 w 10663614"/>
                <a:gd name="csY122" fmla="*/ 1276405 h 2421274"/>
                <a:gd name="csX123" fmla="*/ 10512311 w 10663614"/>
                <a:gd name="csY123" fmla="*/ 1302718 h 2421274"/>
                <a:gd name="csX124" fmla="*/ 10663615 w 10663614"/>
                <a:gd name="csY124" fmla="*/ 1276405 h 2421274"/>
                <a:gd name="csX0" fmla="*/ 0 w 10512312"/>
                <a:gd name="csY0" fmla="*/ 1138258 h 2421274"/>
                <a:gd name="csX1" fmla="*/ 1434095 w 10512312"/>
                <a:gd name="csY1" fmla="*/ 1144836 h 2421274"/>
                <a:gd name="csX2" fmla="*/ 2605053 w 10512312"/>
                <a:gd name="csY2" fmla="*/ 1125101 h 2421274"/>
                <a:gd name="csX3" fmla="*/ 3427356 w 10512312"/>
                <a:gd name="csY3" fmla="*/ 1131680 h 2421274"/>
                <a:gd name="csX4" fmla="*/ 3473405 w 10512312"/>
                <a:gd name="csY4" fmla="*/ 1125101 h 2421274"/>
                <a:gd name="csX5" fmla="*/ 3585238 w 10512312"/>
                <a:gd name="csY5" fmla="*/ 1256669 h 2421274"/>
                <a:gd name="csX6" fmla="*/ 3624708 w 10512312"/>
                <a:gd name="csY6" fmla="*/ 1197464 h 2421274"/>
                <a:gd name="csX7" fmla="*/ 3710228 w 10512312"/>
                <a:gd name="csY7" fmla="*/ 1282983 h 2421274"/>
                <a:gd name="csX8" fmla="*/ 3789169 w 10512312"/>
                <a:gd name="csY8" fmla="*/ 1039582 h 2421274"/>
                <a:gd name="csX9" fmla="*/ 3854953 w 10512312"/>
                <a:gd name="csY9" fmla="*/ 1282983 h 2421274"/>
                <a:gd name="csX10" fmla="*/ 3940472 w 10512312"/>
                <a:gd name="csY10" fmla="*/ 1026425 h 2421274"/>
                <a:gd name="csX11" fmla="*/ 4012835 w 10512312"/>
                <a:gd name="csY11" fmla="*/ 1250091 h 2421274"/>
                <a:gd name="csX12" fmla="*/ 4098354 w 10512312"/>
                <a:gd name="csY12" fmla="*/ 1039582 h 2421274"/>
                <a:gd name="csX13" fmla="*/ 4137825 w 10512312"/>
                <a:gd name="csY13" fmla="*/ 1263248 h 2421274"/>
                <a:gd name="csX14" fmla="*/ 4170717 w 10512312"/>
                <a:gd name="csY14" fmla="*/ 1039582 h 2421274"/>
                <a:gd name="csX15" fmla="*/ 4243079 w 10512312"/>
                <a:gd name="csY15" fmla="*/ 1250091 h 2421274"/>
                <a:gd name="csX16" fmla="*/ 4249658 w 10512312"/>
                <a:gd name="csY16" fmla="*/ 1026425 h 2421274"/>
                <a:gd name="csX17" fmla="*/ 4308864 w 10512312"/>
                <a:gd name="csY17" fmla="*/ 1256669 h 2421274"/>
                <a:gd name="csX18" fmla="*/ 4361491 w 10512312"/>
                <a:gd name="csY18" fmla="*/ 1046160 h 2421274"/>
                <a:gd name="csX19" fmla="*/ 4460167 w 10512312"/>
                <a:gd name="csY19" fmla="*/ 1276405 h 2421274"/>
                <a:gd name="csX20" fmla="*/ 4532530 w 10512312"/>
                <a:gd name="csY20" fmla="*/ 954062 h 2421274"/>
                <a:gd name="csX21" fmla="*/ 4598314 w 10512312"/>
                <a:gd name="csY21" fmla="*/ 1296140 h 2421274"/>
                <a:gd name="csX22" fmla="*/ 4657520 w 10512312"/>
                <a:gd name="csY22" fmla="*/ 1006690 h 2421274"/>
                <a:gd name="csX23" fmla="*/ 4703569 w 10512312"/>
                <a:gd name="csY23" fmla="*/ 1289562 h 2421274"/>
                <a:gd name="csX24" fmla="*/ 4723304 w 10512312"/>
                <a:gd name="csY24" fmla="*/ 1019846 h 2421274"/>
                <a:gd name="csX25" fmla="*/ 4802245 w 10512312"/>
                <a:gd name="csY25" fmla="*/ 1289562 h 2421274"/>
                <a:gd name="csX26" fmla="*/ 4854872 w 10512312"/>
                <a:gd name="csY26" fmla="*/ 1046160 h 2421274"/>
                <a:gd name="csX27" fmla="*/ 4940392 w 10512312"/>
                <a:gd name="csY27" fmla="*/ 1276405 h 2421274"/>
                <a:gd name="csX28" fmla="*/ 5006176 w 10512312"/>
                <a:gd name="csY28" fmla="*/ 1026425 h 2421274"/>
                <a:gd name="csX29" fmla="*/ 5098274 w 10512312"/>
                <a:gd name="csY29" fmla="*/ 1256669 h 2421274"/>
                <a:gd name="csX30" fmla="*/ 5144323 w 10512312"/>
                <a:gd name="csY30" fmla="*/ 1026425 h 2421274"/>
                <a:gd name="csX31" fmla="*/ 5223264 w 10512312"/>
                <a:gd name="csY31" fmla="*/ 1250091 h 2421274"/>
                <a:gd name="csX32" fmla="*/ 5249577 w 10512312"/>
                <a:gd name="csY32" fmla="*/ 960641 h 2421274"/>
                <a:gd name="csX33" fmla="*/ 5295626 w 10512312"/>
                <a:gd name="csY33" fmla="*/ 1269826 h 2421274"/>
                <a:gd name="csX34" fmla="*/ 5341675 w 10512312"/>
                <a:gd name="csY34" fmla="*/ 993533 h 2421274"/>
                <a:gd name="csX35" fmla="*/ 5407459 w 10512312"/>
                <a:gd name="csY35" fmla="*/ 1263248 h 2421274"/>
                <a:gd name="csX36" fmla="*/ 5440351 w 10512312"/>
                <a:gd name="csY36" fmla="*/ 875121 h 2421274"/>
                <a:gd name="csX37" fmla="*/ 5499557 w 10512312"/>
                <a:gd name="csY37" fmla="*/ 1243513 h 2421274"/>
                <a:gd name="csX38" fmla="*/ 5565341 w 10512312"/>
                <a:gd name="csY38" fmla="*/ 908013 h 2421274"/>
                <a:gd name="csX39" fmla="*/ 5664018 w 10512312"/>
                <a:gd name="csY39" fmla="*/ 1250091 h 2421274"/>
                <a:gd name="csX40" fmla="*/ 5710066 w 10512312"/>
                <a:gd name="csY40" fmla="*/ 1000111 h 2421274"/>
                <a:gd name="csX41" fmla="*/ 5828478 w 10512312"/>
                <a:gd name="csY41" fmla="*/ 2276324 h 2421274"/>
                <a:gd name="csX42" fmla="*/ 5854792 w 10512312"/>
                <a:gd name="csY42" fmla="*/ 177809 h 2421274"/>
                <a:gd name="csX43" fmla="*/ 5913997 w 10512312"/>
                <a:gd name="csY43" fmla="*/ 2315795 h 2421274"/>
                <a:gd name="csX44" fmla="*/ 5986360 w 10512312"/>
                <a:gd name="csY44" fmla="*/ 289642 h 2421274"/>
                <a:gd name="csX45" fmla="*/ 6025830 w 10512312"/>
                <a:gd name="csY45" fmla="*/ 2276324 h 2421274"/>
                <a:gd name="csX46" fmla="*/ 6091615 w 10512312"/>
                <a:gd name="csY46" fmla="*/ 192 h 2421274"/>
                <a:gd name="csX47" fmla="*/ 6144242 w 10512312"/>
                <a:gd name="csY47" fmla="*/ 2421049 h 2421274"/>
                <a:gd name="csX48" fmla="*/ 6170556 w 10512312"/>
                <a:gd name="csY48" fmla="*/ 158074 h 2421274"/>
                <a:gd name="csX49" fmla="*/ 6229761 w 10512312"/>
                <a:gd name="csY49" fmla="*/ 2394736 h 2421274"/>
                <a:gd name="csX50" fmla="*/ 6282389 w 10512312"/>
                <a:gd name="csY50" fmla="*/ 408054 h 2421274"/>
                <a:gd name="csX51" fmla="*/ 6341594 w 10512312"/>
                <a:gd name="csY51" fmla="*/ 2236854 h 2421274"/>
                <a:gd name="csX52" fmla="*/ 6407379 w 10512312"/>
                <a:gd name="csY52" fmla="*/ 934327 h 2421274"/>
                <a:gd name="csX53" fmla="*/ 6440271 w 10512312"/>
                <a:gd name="csY53" fmla="*/ 1894776 h 2421274"/>
                <a:gd name="csX54" fmla="*/ 6499477 w 10512312"/>
                <a:gd name="csY54" fmla="*/ 822494 h 2421274"/>
                <a:gd name="csX55" fmla="*/ 6532369 w 10512312"/>
                <a:gd name="csY55" fmla="*/ 1914511 h 2421274"/>
                <a:gd name="csX56" fmla="*/ 6578418 w 10512312"/>
                <a:gd name="csY56" fmla="*/ 408054 h 2421274"/>
                <a:gd name="csX57" fmla="*/ 6677094 w 10512312"/>
                <a:gd name="csY57" fmla="*/ 2164491 h 2421274"/>
                <a:gd name="csX58" fmla="*/ 6683672 w 10512312"/>
                <a:gd name="csY58" fmla="*/ 427789 h 2421274"/>
                <a:gd name="csX59" fmla="*/ 6749456 w 10512312"/>
                <a:gd name="csY59" fmla="*/ 1460600 h 2421274"/>
                <a:gd name="csX60" fmla="*/ 6762613 w 10512312"/>
                <a:gd name="csY60" fmla="*/ 269907 h 2421274"/>
                <a:gd name="csX61" fmla="*/ 6828397 w 10512312"/>
                <a:gd name="csY61" fmla="*/ 2388157 h 2421274"/>
                <a:gd name="csX62" fmla="*/ 6841554 w 10512312"/>
                <a:gd name="csY62" fmla="*/ 1348767 h 2421274"/>
                <a:gd name="csX63" fmla="*/ 6927074 w 10512312"/>
                <a:gd name="csY63" fmla="*/ 2111864 h 2421274"/>
                <a:gd name="csX64" fmla="*/ 6907338 w 10512312"/>
                <a:gd name="csY64" fmla="*/ 296221 h 2421274"/>
                <a:gd name="csX65" fmla="*/ 7012593 w 10512312"/>
                <a:gd name="csY65" fmla="*/ 2046080 h 2421274"/>
                <a:gd name="csX66" fmla="*/ 7045485 w 10512312"/>
                <a:gd name="csY66" fmla="*/ 309377 h 2421274"/>
                <a:gd name="csX67" fmla="*/ 7104691 w 10512312"/>
                <a:gd name="csY67" fmla="*/ 2026344 h 2421274"/>
                <a:gd name="csX68" fmla="*/ 7131005 w 10512312"/>
                <a:gd name="csY68" fmla="*/ 480416 h 2421274"/>
                <a:gd name="csX69" fmla="*/ 7203367 w 10512312"/>
                <a:gd name="csY69" fmla="*/ 1842149 h 2421274"/>
                <a:gd name="csX70" fmla="*/ 7216524 w 10512312"/>
                <a:gd name="csY70" fmla="*/ 677769 h 2421274"/>
                <a:gd name="csX71" fmla="*/ 7282308 w 10512312"/>
                <a:gd name="csY71" fmla="*/ 2013187 h 2421274"/>
                <a:gd name="csX72" fmla="*/ 7367828 w 10512312"/>
                <a:gd name="csY72" fmla="*/ 394897 h 2421274"/>
                <a:gd name="csX73" fmla="*/ 7400720 w 10512312"/>
                <a:gd name="csY73" fmla="*/ 1980295 h 2421274"/>
                <a:gd name="csX74" fmla="*/ 7512553 w 10512312"/>
                <a:gd name="csY74" fmla="*/ 519887 h 2421274"/>
                <a:gd name="csX75" fmla="*/ 7578337 w 10512312"/>
                <a:gd name="csY75" fmla="*/ 2000031 h 2421274"/>
                <a:gd name="csX76" fmla="*/ 7611229 w 10512312"/>
                <a:gd name="csY76" fmla="*/ 815916 h 2421274"/>
                <a:gd name="csX77" fmla="*/ 7696748 w 10512312"/>
                <a:gd name="csY77" fmla="*/ 1855305 h 2421274"/>
                <a:gd name="csX78" fmla="*/ 7723062 w 10512312"/>
                <a:gd name="csY78" fmla="*/ 697504 h 2421274"/>
                <a:gd name="csX79" fmla="*/ 7775689 w 10512312"/>
                <a:gd name="csY79" fmla="*/ 1822413 h 2421274"/>
                <a:gd name="csX80" fmla="*/ 7808582 w 10512312"/>
                <a:gd name="csY80" fmla="*/ 829072 h 2421274"/>
                <a:gd name="csX81" fmla="*/ 7880944 w 10512312"/>
                <a:gd name="csY81" fmla="*/ 1782943 h 2421274"/>
                <a:gd name="csX82" fmla="*/ 7933571 w 10512312"/>
                <a:gd name="csY82" fmla="*/ 940905 h 2421274"/>
                <a:gd name="csX83" fmla="*/ 7992777 w 10512312"/>
                <a:gd name="csY83" fmla="*/ 1697423 h 2421274"/>
                <a:gd name="csX84" fmla="*/ 8045405 w 10512312"/>
                <a:gd name="csY84" fmla="*/ 901435 h 2421274"/>
                <a:gd name="csX85" fmla="*/ 8124346 w 10512312"/>
                <a:gd name="csY85" fmla="*/ 1664531 h 2421274"/>
                <a:gd name="csX86" fmla="*/ 8190130 w 10512312"/>
                <a:gd name="csY86" fmla="*/ 1013268 h 2421274"/>
                <a:gd name="csX87" fmla="*/ 8216443 w 10512312"/>
                <a:gd name="csY87" fmla="*/ 1421130 h 2421274"/>
                <a:gd name="csX88" fmla="*/ 8242757 w 10512312"/>
                <a:gd name="csY88" fmla="*/ 1144836 h 2421274"/>
                <a:gd name="csX89" fmla="*/ 8328277 w 10512312"/>
                <a:gd name="csY89" fmla="*/ 1704002 h 2421274"/>
                <a:gd name="csX90" fmla="*/ 8354590 w 10512312"/>
                <a:gd name="csY90" fmla="*/ 1263248 h 2421274"/>
                <a:gd name="csX91" fmla="*/ 8453266 w 10512312"/>
                <a:gd name="csY91" fmla="*/ 1664531 h 2421274"/>
                <a:gd name="csX92" fmla="*/ 8486159 w 10512312"/>
                <a:gd name="csY92" fmla="*/ 1006690 h 2421274"/>
                <a:gd name="csX93" fmla="*/ 8565100 w 10512312"/>
                <a:gd name="csY93" fmla="*/ 1651375 h 2421274"/>
                <a:gd name="csX94" fmla="*/ 8591413 w 10512312"/>
                <a:gd name="csY94" fmla="*/ 1118523 h 2421274"/>
                <a:gd name="csX95" fmla="*/ 8663776 w 10512312"/>
                <a:gd name="csY95" fmla="*/ 1585590 h 2421274"/>
                <a:gd name="csX96" fmla="*/ 8722982 w 10512312"/>
                <a:gd name="csY96" fmla="*/ 1210621 h 2421274"/>
                <a:gd name="csX97" fmla="*/ 8782187 w 10512312"/>
                <a:gd name="csY97" fmla="*/ 1592169 h 2421274"/>
                <a:gd name="csX98" fmla="*/ 8841393 w 10512312"/>
                <a:gd name="csY98" fmla="*/ 1269826 h 2421274"/>
                <a:gd name="csX99" fmla="*/ 8894020 w 10512312"/>
                <a:gd name="csY99" fmla="*/ 1493493 h 2421274"/>
                <a:gd name="csX100" fmla="*/ 8926912 w 10512312"/>
                <a:gd name="csY100" fmla="*/ 1296140 h 2421274"/>
                <a:gd name="csX101" fmla="*/ 8979540 w 10512312"/>
                <a:gd name="csY101" fmla="*/ 1559277 h 2421274"/>
                <a:gd name="csX102" fmla="*/ 9051902 w 10512312"/>
                <a:gd name="csY102" fmla="*/ 1289562 h 2421274"/>
                <a:gd name="csX103" fmla="*/ 9117687 w 10512312"/>
                <a:gd name="csY103" fmla="*/ 1539541 h 2421274"/>
                <a:gd name="csX104" fmla="*/ 9130843 w 10512312"/>
                <a:gd name="csY104" fmla="*/ 1243513 h 2421274"/>
                <a:gd name="csX105" fmla="*/ 9183471 w 10512312"/>
                <a:gd name="csY105" fmla="*/ 1486914 h 2421274"/>
                <a:gd name="csX106" fmla="*/ 9222941 w 10512312"/>
                <a:gd name="csY106" fmla="*/ 1190885 h 2421274"/>
                <a:gd name="csX107" fmla="*/ 9268990 w 10512312"/>
                <a:gd name="csY107" fmla="*/ 1493493 h 2421274"/>
                <a:gd name="csX108" fmla="*/ 9380823 w 10512312"/>
                <a:gd name="csY108" fmla="*/ 1256669 h 2421274"/>
                <a:gd name="csX109" fmla="*/ 9466343 w 10512312"/>
                <a:gd name="csY109" fmla="*/ 1394816 h 2421274"/>
                <a:gd name="csX110" fmla="*/ 9551862 w 10512312"/>
                <a:gd name="csY110" fmla="*/ 1250091 h 2421274"/>
                <a:gd name="csX111" fmla="*/ 9611068 w 10512312"/>
                <a:gd name="csY111" fmla="*/ 1335610 h 2421274"/>
                <a:gd name="csX112" fmla="*/ 9709744 w 10512312"/>
                <a:gd name="csY112" fmla="*/ 1269826 h 2421274"/>
                <a:gd name="csX113" fmla="*/ 9768950 w 10512312"/>
                <a:gd name="csY113" fmla="*/ 1335610 h 2421274"/>
                <a:gd name="csX114" fmla="*/ 9834734 w 10512312"/>
                <a:gd name="csY114" fmla="*/ 1269826 h 2421274"/>
                <a:gd name="csX115" fmla="*/ 9887361 w 10512312"/>
                <a:gd name="csY115" fmla="*/ 1322454 h 2421274"/>
                <a:gd name="csX116" fmla="*/ 9939989 w 10512312"/>
                <a:gd name="csY116" fmla="*/ 1256669 h 2421274"/>
                <a:gd name="csX117" fmla="*/ 9999194 w 10512312"/>
                <a:gd name="csY117" fmla="*/ 1315875 h 2421274"/>
                <a:gd name="csX118" fmla="*/ 10045243 w 10512312"/>
                <a:gd name="csY118" fmla="*/ 1263248 h 2421274"/>
                <a:gd name="csX119" fmla="*/ 10130763 w 10512312"/>
                <a:gd name="csY119" fmla="*/ 1315875 h 2421274"/>
                <a:gd name="csX120" fmla="*/ 10236018 w 10512312"/>
                <a:gd name="csY120" fmla="*/ 1263248 h 2421274"/>
                <a:gd name="csX121" fmla="*/ 10328115 w 10512312"/>
                <a:gd name="csY121" fmla="*/ 1302718 h 2421274"/>
                <a:gd name="csX122" fmla="*/ 10393900 w 10512312"/>
                <a:gd name="csY122" fmla="*/ 1276405 h 2421274"/>
                <a:gd name="csX123" fmla="*/ 10512311 w 10512312"/>
                <a:gd name="csY123" fmla="*/ 1302718 h 2421274"/>
                <a:gd name="csX0" fmla="*/ 0 w 10393900"/>
                <a:gd name="csY0" fmla="*/ 1138258 h 2421274"/>
                <a:gd name="csX1" fmla="*/ 1434095 w 10393900"/>
                <a:gd name="csY1" fmla="*/ 1144836 h 2421274"/>
                <a:gd name="csX2" fmla="*/ 2605053 w 10393900"/>
                <a:gd name="csY2" fmla="*/ 1125101 h 2421274"/>
                <a:gd name="csX3" fmla="*/ 3427356 w 10393900"/>
                <a:gd name="csY3" fmla="*/ 1131680 h 2421274"/>
                <a:gd name="csX4" fmla="*/ 3473405 w 10393900"/>
                <a:gd name="csY4" fmla="*/ 1125101 h 2421274"/>
                <a:gd name="csX5" fmla="*/ 3585238 w 10393900"/>
                <a:gd name="csY5" fmla="*/ 1256669 h 2421274"/>
                <a:gd name="csX6" fmla="*/ 3624708 w 10393900"/>
                <a:gd name="csY6" fmla="*/ 1197464 h 2421274"/>
                <a:gd name="csX7" fmla="*/ 3710228 w 10393900"/>
                <a:gd name="csY7" fmla="*/ 1282983 h 2421274"/>
                <a:gd name="csX8" fmla="*/ 3789169 w 10393900"/>
                <a:gd name="csY8" fmla="*/ 1039582 h 2421274"/>
                <a:gd name="csX9" fmla="*/ 3854953 w 10393900"/>
                <a:gd name="csY9" fmla="*/ 1282983 h 2421274"/>
                <a:gd name="csX10" fmla="*/ 3940472 w 10393900"/>
                <a:gd name="csY10" fmla="*/ 1026425 h 2421274"/>
                <a:gd name="csX11" fmla="*/ 4012835 w 10393900"/>
                <a:gd name="csY11" fmla="*/ 1250091 h 2421274"/>
                <a:gd name="csX12" fmla="*/ 4098354 w 10393900"/>
                <a:gd name="csY12" fmla="*/ 1039582 h 2421274"/>
                <a:gd name="csX13" fmla="*/ 4137825 w 10393900"/>
                <a:gd name="csY13" fmla="*/ 1263248 h 2421274"/>
                <a:gd name="csX14" fmla="*/ 4170717 w 10393900"/>
                <a:gd name="csY14" fmla="*/ 1039582 h 2421274"/>
                <a:gd name="csX15" fmla="*/ 4243079 w 10393900"/>
                <a:gd name="csY15" fmla="*/ 1250091 h 2421274"/>
                <a:gd name="csX16" fmla="*/ 4249658 w 10393900"/>
                <a:gd name="csY16" fmla="*/ 1026425 h 2421274"/>
                <a:gd name="csX17" fmla="*/ 4308864 w 10393900"/>
                <a:gd name="csY17" fmla="*/ 1256669 h 2421274"/>
                <a:gd name="csX18" fmla="*/ 4361491 w 10393900"/>
                <a:gd name="csY18" fmla="*/ 1046160 h 2421274"/>
                <a:gd name="csX19" fmla="*/ 4460167 w 10393900"/>
                <a:gd name="csY19" fmla="*/ 1276405 h 2421274"/>
                <a:gd name="csX20" fmla="*/ 4532530 w 10393900"/>
                <a:gd name="csY20" fmla="*/ 954062 h 2421274"/>
                <a:gd name="csX21" fmla="*/ 4598314 w 10393900"/>
                <a:gd name="csY21" fmla="*/ 1296140 h 2421274"/>
                <a:gd name="csX22" fmla="*/ 4657520 w 10393900"/>
                <a:gd name="csY22" fmla="*/ 1006690 h 2421274"/>
                <a:gd name="csX23" fmla="*/ 4703569 w 10393900"/>
                <a:gd name="csY23" fmla="*/ 1289562 h 2421274"/>
                <a:gd name="csX24" fmla="*/ 4723304 w 10393900"/>
                <a:gd name="csY24" fmla="*/ 1019846 h 2421274"/>
                <a:gd name="csX25" fmla="*/ 4802245 w 10393900"/>
                <a:gd name="csY25" fmla="*/ 1289562 h 2421274"/>
                <a:gd name="csX26" fmla="*/ 4854872 w 10393900"/>
                <a:gd name="csY26" fmla="*/ 1046160 h 2421274"/>
                <a:gd name="csX27" fmla="*/ 4940392 w 10393900"/>
                <a:gd name="csY27" fmla="*/ 1276405 h 2421274"/>
                <a:gd name="csX28" fmla="*/ 5006176 w 10393900"/>
                <a:gd name="csY28" fmla="*/ 1026425 h 2421274"/>
                <a:gd name="csX29" fmla="*/ 5098274 w 10393900"/>
                <a:gd name="csY29" fmla="*/ 1256669 h 2421274"/>
                <a:gd name="csX30" fmla="*/ 5144323 w 10393900"/>
                <a:gd name="csY30" fmla="*/ 1026425 h 2421274"/>
                <a:gd name="csX31" fmla="*/ 5223264 w 10393900"/>
                <a:gd name="csY31" fmla="*/ 1250091 h 2421274"/>
                <a:gd name="csX32" fmla="*/ 5249577 w 10393900"/>
                <a:gd name="csY32" fmla="*/ 960641 h 2421274"/>
                <a:gd name="csX33" fmla="*/ 5295626 w 10393900"/>
                <a:gd name="csY33" fmla="*/ 1269826 h 2421274"/>
                <a:gd name="csX34" fmla="*/ 5341675 w 10393900"/>
                <a:gd name="csY34" fmla="*/ 993533 h 2421274"/>
                <a:gd name="csX35" fmla="*/ 5407459 w 10393900"/>
                <a:gd name="csY35" fmla="*/ 1263248 h 2421274"/>
                <a:gd name="csX36" fmla="*/ 5440351 w 10393900"/>
                <a:gd name="csY36" fmla="*/ 875121 h 2421274"/>
                <a:gd name="csX37" fmla="*/ 5499557 w 10393900"/>
                <a:gd name="csY37" fmla="*/ 1243513 h 2421274"/>
                <a:gd name="csX38" fmla="*/ 5565341 w 10393900"/>
                <a:gd name="csY38" fmla="*/ 908013 h 2421274"/>
                <a:gd name="csX39" fmla="*/ 5664018 w 10393900"/>
                <a:gd name="csY39" fmla="*/ 1250091 h 2421274"/>
                <a:gd name="csX40" fmla="*/ 5710066 w 10393900"/>
                <a:gd name="csY40" fmla="*/ 1000111 h 2421274"/>
                <a:gd name="csX41" fmla="*/ 5828478 w 10393900"/>
                <a:gd name="csY41" fmla="*/ 2276324 h 2421274"/>
                <a:gd name="csX42" fmla="*/ 5854792 w 10393900"/>
                <a:gd name="csY42" fmla="*/ 177809 h 2421274"/>
                <a:gd name="csX43" fmla="*/ 5913997 w 10393900"/>
                <a:gd name="csY43" fmla="*/ 2315795 h 2421274"/>
                <a:gd name="csX44" fmla="*/ 5986360 w 10393900"/>
                <a:gd name="csY44" fmla="*/ 289642 h 2421274"/>
                <a:gd name="csX45" fmla="*/ 6025830 w 10393900"/>
                <a:gd name="csY45" fmla="*/ 2276324 h 2421274"/>
                <a:gd name="csX46" fmla="*/ 6091615 w 10393900"/>
                <a:gd name="csY46" fmla="*/ 192 h 2421274"/>
                <a:gd name="csX47" fmla="*/ 6144242 w 10393900"/>
                <a:gd name="csY47" fmla="*/ 2421049 h 2421274"/>
                <a:gd name="csX48" fmla="*/ 6170556 w 10393900"/>
                <a:gd name="csY48" fmla="*/ 158074 h 2421274"/>
                <a:gd name="csX49" fmla="*/ 6229761 w 10393900"/>
                <a:gd name="csY49" fmla="*/ 2394736 h 2421274"/>
                <a:gd name="csX50" fmla="*/ 6282389 w 10393900"/>
                <a:gd name="csY50" fmla="*/ 408054 h 2421274"/>
                <a:gd name="csX51" fmla="*/ 6341594 w 10393900"/>
                <a:gd name="csY51" fmla="*/ 2236854 h 2421274"/>
                <a:gd name="csX52" fmla="*/ 6407379 w 10393900"/>
                <a:gd name="csY52" fmla="*/ 934327 h 2421274"/>
                <a:gd name="csX53" fmla="*/ 6440271 w 10393900"/>
                <a:gd name="csY53" fmla="*/ 1894776 h 2421274"/>
                <a:gd name="csX54" fmla="*/ 6499477 w 10393900"/>
                <a:gd name="csY54" fmla="*/ 822494 h 2421274"/>
                <a:gd name="csX55" fmla="*/ 6532369 w 10393900"/>
                <a:gd name="csY55" fmla="*/ 1914511 h 2421274"/>
                <a:gd name="csX56" fmla="*/ 6578418 w 10393900"/>
                <a:gd name="csY56" fmla="*/ 408054 h 2421274"/>
                <a:gd name="csX57" fmla="*/ 6677094 w 10393900"/>
                <a:gd name="csY57" fmla="*/ 2164491 h 2421274"/>
                <a:gd name="csX58" fmla="*/ 6683672 w 10393900"/>
                <a:gd name="csY58" fmla="*/ 427789 h 2421274"/>
                <a:gd name="csX59" fmla="*/ 6749456 w 10393900"/>
                <a:gd name="csY59" fmla="*/ 1460600 h 2421274"/>
                <a:gd name="csX60" fmla="*/ 6762613 w 10393900"/>
                <a:gd name="csY60" fmla="*/ 269907 h 2421274"/>
                <a:gd name="csX61" fmla="*/ 6828397 w 10393900"/>
                <a:gd name="csY61" fmla="*/ 2388157 h 2421274"/>
                <a:gd name="csX62" fmla="*/ 6841554 w 10393900"/>
                <a:gd name="csY62" fmla="*/ 1348767 h 2421274"/>
                <a:gd name="csX63" fmla="*/ 6927074 w 10393900"/>
                <a:gd name="csY63" fmla="*/ 2111864 h 2421274"/>
                <a:gd name="csX64" fmla="*/ 6907338 w 10393900"/>
                <a:gd name="csY64" fmla="*/ 296221 h 2421274"/>
                <a:gd name="csX65" fmla="*/ 7012593 w 10393900"/>
                <a:gd name="csY65" fmla="*/ 2046080 h 2421274"/>
                <a:gd name="csX66" fmla="*/ 7045485 w 10393900"/>
                <a:gd name="csY66" fmla="*/ 309377 h 2421274"/>
                <a:gd name="csX67" fmla="*/ 7104691 w 10393900"/>
                <a:gd name="csY67" fmla="*/ 2026344 h 2421274"/>
                <a:gd name="csX68" fmla="*/ 7131005 w 10393900"/>
                <a:gd name="csY68" fmla="*/ 480416 h 2421274"/>
                <a:gd name="csX69" fmla="*/ 7203367 w 10393900"/>
                <a:gd name="csY69" fmla="*/ 1842149 h 2421274"/>
                <a:gd name="csX70" fmla="*/ 7216524 w 10393900"/>
                <a:gd name="csY70" fmla="*/ 677769 h 2421274"/>
                <a:gd name="csX71" fmla="*/ 7282308 w 10393900"/>
                <a:gd name="csY71" fmla="*/ 2013187 h 2421274"/>
                <a:gd name="csX72" fmla="*/ 7367828 w 10393900"/>
                <a:gd name="csY72" fmla="*/ 394897 h 2421274"/>
                <a:gd name="csX73" fmla="*/ 7400720 w 10393900"/>
                <a:gd name="csY73" fmla="*/ 1980295 h 2421274"/>
                <a:gd name="csX74" fmla="*/ 7512553 w 10393900"/>
                <a:gd name="csY74" fmla="*/ 519887 h 2421274"/>
                <a:gd name="csX75" fmla="*/ 7578337 w 10393900"/>
                <a:gd name="csY75" fmla="*/ 2000031 h 2421274"/>
                <a:gd name="csX76" fmla="*/ 7611229 w 10393900"/>
                <a:gd name="csY76" fmla="*/ 815916 h 2421274"/>
                <a:gd name="csX77" fmla="*/ 7696748 w 10393900"/>
                <a:gd name="csY77" fmla="*/ 1855305 h 2421274"/>
                <a:gd name="csX78" fmla="*/ 7723062 w 10393900"/>
                <a:gd name="csY78" fmla="*/ 697504 h 2421274"/>
                <a:gd name="csX79" fmla="*/ 7775689 w 10393900"/>
                <a:gd name="csY79" fmla="*/ 1822413 h 2421274"/>
                <a:gd name="csX80" fmla="*/ 7808582 w 10393900"/>
                <a:gd name="csY80" fmla="*/ 829072 h 2421274"/>
                <a:gd name="csX81" fmla="*/ 7880944 w 10393900"/>
                <a:gd name="csY81" fmla="*/ 1782943 h 2421274"/>
                <a:gd name="csX82" fmla="*/ 7933571 w 10393900"/>
                <a:gd name="csY82" fmla="*/ 940905 h 2421274"/>
                <a:gd name="csX83" fmla="*/ 7992777 w 10393900"/>
                <a:gd name="csY83" fmla="*/ 1697423 h 2421274"/>
                <a:gd name="csX84" fmla="*/ 8045405 w 10393900"/>
                <a:gd name="csY84" fmla="*/ 901435 h 2421274"/>
                <a:gd name="csX85" fmla="*/ 8124346 w 10393900"/>
                <a:gd name="csY85" fmla="*/ 1664531 h 2421274"/>
                <a:gd name="csX86" fmla="*/ 8190130 w 10393900"/>
                <a:gd name="csY86" fmla="*/ 1013268 h 2421274"/>
                <a:gd name="csX87" fmla="*/ 8216443 w 10393900"/>
                <a:gd name="csY87" fmla="*/ 1421130 h 2421274"/>
                <a:gd name="csX88" fmla="*/ 8242757 w 10393900"/>
                <a:gd name="csY88" fmla="*/ 1144836 h 2421274"/>
                <a:gd name="csX89" fmla="*/ 8328277 w 10393900"/>
                <a:gd name="csY89" fmla="*/ 1704002 h 2421274"/>
                <a:gd name="csX90" fmla="*/ 8354590 w 10393900"/>
                <a:gd name="csY90" fmla="*/ 1263248 h 2421274"/>
                <a:gd name="csX91" fmla="*/ 8453266 w 10393900"/>
                <a:gd name="csY91" fmla="*/ 1664531 h 2421274"/>
                <a:gd name="csX92" fmla="*/ 8486159 w 10393900"/>
                <a:gd name="csY92" fmla="*/ 1006690 h 2421274"/>
                <a:gd name="csX93" fmla="*/ 8565100 w 10393900"/>
                <a:gd name="csY93" fmla="*/ 1651375 h 2421274"/>
                <a:gd name="csX94" fmla="*/ 8591413 w 10393900"/>
                <a:gd name="csY94" fmla="*/ 1118523 h 2421274"/>
                <a:gd name="csX95" fmla="*/ 8663776 w 10393900"/>
                <a:gd name="csY95" fmla="*/ 1585590 h 2421274"/>
                <a:gd name="csX96" fmla="*/ 8722982 w 10393900"/>
                <a:gd name="csY96" fmla="*/ 1210621 h 2421274"/>
                <a:gd name="csX97" fmla="*/ 8782187 w 10393900"/>
                <a:gd name="csY97" fmla="*/ 1592169 h 2421274"/>
                <a:gd name="csX98" fmla="*/ 8841393 w 10393900"/>
                <a:gd name="csY98" fmla="*/ 1269826 h 2421274"/>
                <a:gd name="csX99" fmla="*/ 8894020 w 10393900"/>
                <a:gd name="csY99" fmla="*/ 1493493 h 2421274"/>
                <a:gd name="csX100" fmla="*/ 8926912 w 10393900"/>
                <a:gd name="csY100" fmla="*/ 1296140 h 2421274"/>
                <a:gd name="csX101" fmla="*/ 8979540 w 10393900"/>
                <a:gd name="csY101" fmla="*/ 1559277 h 2421274"/>
                <a:gd name="csX102" fmla="*/ 9051902 w 10393900"/>
                <a:gd name="csY102" fmla="*/ 1289562 h 2421274"/>
                <a:gd name="csX103" fmla="*/ 9117687 w 10393900"/>
                <a:gd name="csY103" fmla="*/ 1539541 h 2421274"/>
                <a:gd name="csX104" fmla="*/ 9130843 w 10393900"/>
                <a:gd name="csY104" fmla="*/ 1243513 h 2421274"/>
                <a:gd name="csX105" fmla="*/ 9183471 w 10393900"/>
                <a:gd name="csY105" fmla="*/ 1486914 h 2421274"/>
                <a:gd name="csX106" fmla="*/ 9222941 w 10393900"/>
                <a:gd name="csY106" fmla="*/ 1190885 h 2421274"/>
                <a:gd name="csX107" fmla="*/ 9268990 w 10393900"/>
                <a:gd name="csY107" fmla="*/ 1493493 h 2421274"/>
                <a:gd name="csX108" fmla="*/ 9380823 w 10393900"/>
                <a:gd name="csY108" fmla="*/ 1256669 h 2421274"/>
                <a:gd name="csX109" fmla="*/ 9466343 w 10393900"/>
                <a:gd name="csY109" fmla="*/ 1394816 h 2421274"/>
                <a:gd name="csX110" fmla="*/ 9551862 w 10393900"/>
                <a:gd name="csY110" fmla="*/ 1250091 h 2421274"/>
                <a:gd name="csX111" fmla="*/ 9611068 w 10393900"/>
                <a:gd name="csY111" fmla="*/ 1335610 h 2421274"/>
                <a:gd name="csX112" fmla="*/ 9709744 w 10393900"/>
                <a:gd name="csY112" fmla="*/ 1269826 h 2421274"/>
                <a:gd name="csX113" fmla="*/ 9768950 w 10393900"/>
                <a:gd name="csY113" fmla="*/ 1335610 h 2421274"/>
                <a:gd name="csX114" fmla="*/ 9834734 w 10393900"/>
                <a:gd name="csY114" fmla="*/ 1269826 h 2421274"/>
                <a:gd name="csX115" fmla="*/ 9887361 w 10393900"/>
                <a:gd name="csY115" fmla="*/ 1322454 h 2421274"/>
                <a:gd name="csX116" fmla="*/ 9939989 w 10393900"/>
                <a:gd name="csY116" fmla="*/ 1256669 h 2421274"/>
                <a:gd name="csX117" fmla="*/ 9999194 w 10393900"/>
                <a:gd name="csY117" fmla="*/ 1315875 h 2421274"/>
                <a:gd name="csX118" fmla="*/ 10045243 w 10393900"/>
                <a:gd name="csY118" fmla="*/ 1263248 h 2421274"/>
                <a:gd name="csX119" fmla="*/ 10130763 w 10393900"/>
                <a:gd name="csY119" fmla="*/ 1315875 h 2421274"/>
                <a:gd name="csX120" fmla="*/ 10236018 w 10393900"/>
                <a:gd name="csY120" fmla="*/ 1263248 h 2421274"/>
                <a:gd name="csX121" fmla="*/ 10328115 w 10393900"/>
                <a:gd name="csY121" fmla="*/ 1302718 h 2421274"/>
                <a:gd name="csX122" fmla="*/ 10393900 w 10393900"/>
                <a:gd name="csY122" fmla="*/ 1276405 h 2421274"/>
                <a:gd name="csX0" fmla="*/ 0 w 10328115"/>
                <a:gd name="csY0" fmla="*/ 1138258 h 2421274"/>
                <a:gd name="csX1" fmla="*/ 1434095 w 10328115"/>
                <a:gd name="csY1" fmla="*/ 1144836 h 2421274"/>
                <a:gd name="csX2" fmla="*/ 2605053 w 10328115"/>
                <a:gd name="csY2" fmla="*/ 1125101 h 2421274"/>
                <a:gd name="csX3" fmla="*/ 3427356 w 10328115"/>
                <a:gd name="csY3" fmla="*/ 1131680 h 2421274"/>
                <a:gd name="csX4" fmla="*/ 3473405 w 10328115"/>
                <a:gd name="csY4" fmla="*/ 1125101 h 2421274"/>
                <a:gd name="csX5" fmla="*/ 3585238 w 10328115"/>
                <a:gd name="csY5" fmla="*/ 1256669 h 2421274"/>
                <a:gd name="csX6" fmla="*/ 3624708 w 10328115"/>
                <a:gd name="csY6" fmla="*/ 1197464 h 2421274"/>
                <a:gd name="csX7" fmla="*/ 3710228 w 10328115"/>
                <a:gd name="csY7" fmla="*/ 1282983 h 2421274"/>
                <a:gd name="csX8" fmla="*/ 3789169 w 10328115"/>
                <a:gd name="csY8" fmla="*/ 1039582 h 2421274"/>
                <a:gd name="csX9" fmla="*/ 3854953 w 10328115"/>
                <a:gd name="csY9" fmla="*/ 1282983 h 2421274"/>
                <a:gd name="csX10" fmla="*/ 3940472 w 10328115"/>
                <a:gd name="csY10" fmla="*/ 1026425 h 2421274"/>
                <a:gd name="csX11" fmla="*/ 4012835 w 10328115"/>
                <a:gd name="csY11" fmla="*/ 1250091 h 2421274"/>
                <a:gd name="csX12" fmla="*/ 4098354 w 10328115"/>
                <a:gd name="csY12" fmla="*/ 1039582 h 2421274"/>
                <a:gd name="csX13" fmla="*/ 4137825 w 10328115"/>
                <a:gd name="csY13" fmla="*/ 1263248 h 2421274"/>
                <a:gd name="csX14" fmla="*/ 4170717 w 10328115"/>
                <a:gd name="csY14" fmla="*/ 1039582 h 2421274"/>
                <a:gd name="csX15" fmla="*/ 4243079 w 10328115"/>
                <a:gd name="csY15" fmla="*/ 1250091 h 2421274"/>
                <a:gd name="csX16" fmla="*/ 4249658 w 10328115"/>
                <a:gd name="csY16" fmla="*/ 1026425 h 2421274"/>
                <a:gd name="csX17" fmla="*/ 4308864 w 10328115"/>
                <a:gd name="csY17" fmla="*/ 1256669 h 2421274"/>
                <a:gd name="csX18" fmla="*/ 4361491 w 10328115"/>
                <a:gd name="csY18" fmla="*/ 1046160 h 2421274"/>
                <a:gd name="csX19" fmla="*/ 4460167 w 10328115"/>
                <a:gd name="csY19" fmla="*/ 1276405 h 2421274"/>
                <a:gd name="csX20" fmla="*/ 4532530 w 10328115"/>
                <a:gd name="csY20" fmla="*/ 954062 h 2421274"/>
                <a:gd name="csX21" fmla="*/ 4598314 w 10328115"/>
                <a:gd name="csY21" fmla="*/ 1296140 h 2421274"/>
                <a:gd name="csX22" fmla="*/ 4657520 w 10328115"/>
                <a:gd name="csY22" fmla="*/ 1006690 h 2421274"/>
                <a:gd name="csX23" fmla="*/ 4703569 w 10328115"/>
                <a:gd name="csY23" fmla="*/ 1289562 h 2421274"/>
                <a:gd name="csX24" fmla="*/ 4723304 w 10328115"/>
                <a:gd name="csY24" fmla="*/ 1019846 h 2421274"/>
                <a:gd name="csX25" fmla="*/ 4802245 w 10328115"/>
                <a:gd name="csY25" fmla="*/ 1289562 h 2421274"/>
                <a:gd name="csX26" fmla="*/ 4854872 w 10328115"/>
                <a:gd name="csY26" fmla="*/ 1046160 h 2421274"/>
                <a:gd name="csX27" fmla="*/ 4940392 w 10328115"/>
                <a:gd name="csY27" fmla="*/ 1276405 h 2421274"/>
                <a:gd name="csX28" fmla="*/ 5006176 w 10328115"/>
                <a:gd name="csY28" fmla="*/ 1026425 h 2421274"/>
                <a:gd name="csX29" fmla="*/ 5098274 w 10328115"/>
                <a:gd name="csY29" fmla="*/ 1256669 h 2421274"/>
                <a:gd name="csX30" fmla="*/ 5144323 w 10328115"/>
                <a:gd name="csY30" fmla="*/ 1026425 h 2421274"/>
                <a:gd name="csX31" fmla="*/ 5223264 w 10328115"/>
                <a:gd name="csY31" fmla="*/ 1250091 h 2421274"/>
                <a:gd name="csX32" fmla="*/ 5249577 w 10328115"/>
                <a:gd name="csY32" fmla="*/ 960641 h 2421274"/>
                <a:gd name="csX33" fmla="*/ 5295626 w 10328115"/>
                <a:gd name="csY33" fmla="*/ 1269826 h 2421274"/>
                <a:gd name="csX34" fmla="*/ 5341675 w 10328115"/>
                <a:gd name="csY34" fmla="*/ 993533 h 2421274"/>
                <a:gd name="csX35" fmla="*/ 5407459 w 10328115"/>
                <a:gd name="csY35" fmla="*/ 1263248 h 2421274"/>
                <a:gd name="csX36" fmla="*/ 5440351 w 10328115"/>
                <a:gd name="csY36" fmla="*/ 875121 h 2421274"/>
                <a:gd name="csX37" fmla="*/ 5499557 w 10328115"/>
                <a:gd name="csY37" fmla="*/ 1243513 h 2421274"/>
                <a:gd name="csX38" fmla="*/ 5565341 w 10328115"/>
                <a:gd name="csY38" fmla="*/ 908013 h 2421274"/>
                <a:gd name="csX39" fmla="*/ 5664018 w 10328115"/>
                <a:gd name="csY39" fmla="*/ 1250091 h 2421274"/>
                <a:gd name="csX40" fmla="*/ 5710066 w 10328115"/>
                <a:gd name="csY40" fmla="*/ 1000111 h 2421274"/>
                <a:gd name="csX41" fmla="*/ 5828478 w 10328115"/>
                <a:gd name="csY41" fmla="*/ 2276324 h 2421274"/>
                <a:gd name="csX42" fmla="*/ 5854792 w 10328115"/>
                <a:gd name="csY42" fmla="*/ 177809 h 2421274"/>
                <a:gd name="csX43" fmla="*/ 5913997 w 10328115"/>
                <a:gd name="csY43" fmla="*/ 2315795 h 2421274"/>
                <a:gd name="csX44" fmla="*/ 5986360 w 10328115"/>
                <a:gd name="csY44" fmla="*/ 289642 h 2421274"/>
                <a:gd name="csX45" fmla="*/ 6025830 w 10328115"/>
                <a:gd name="csY45" fmla="*/ 2276324 h 2421274"/>
                <a:gd name="csX46" fmla="*/ 6091615 w 10328115"/>
                <a:gd name="csY46" fmla="*/ 192 h 2421274"/>
                <a:gd name="csX47" fmla="*/ 6144242 w 10328115"/>
                <a:gd name="csY47" fmla="*/ 2421049 h 2421274"/>
                <a:gd name="csX48" fmla="*/ 6170556 w 10328115"/>
                <a:gd name="csY48" fmla="*/ 158074 h 2421274"/>
                <a:gd name="csX49" fmla="*/ 6229761 w 10328115"/>
                <a:gd name="csY49" fmla="*/ 2394736 h 2421274"/>
                <a:gd name="csX50" fmla="*/ 6282389 w 10328115"/>
                <a:gd name="csY50" fmla="*/ 408054 h 2421274"/>
                <a:gd name="csX51" fmla="*/ 6341594 w 10328115"/>
                <a:gd name="csY51" fmla="*/ 2236854 h 2421274"/>
                <a:gd name="csX52" fmla="*/ 6407379 w 10328115"/>
                <a:gd name="csY52" fmla="*/ 934327 h 2421274"/>
                <a:gd name="csX53" fmla="*/ 6440271 w 10328115"/>
                <a:gd name="csY53" fmla="*/ 1894776 h 2421274"/>
                <a:gd name="csX54" fmla="*/ 6499477 w 10328115"/>
                <a:gd name="csY54" fmla="*/ 822494 h 2421274"/>
                <a:gd name="csX55" fmla="*/ 6532369 w 10328115"/>
                <a:gd name="csY55" fmla="*/ 1914511 h 2421274"/>
                <a:gd name="csX56" fmla="*/ 6578418 w 10328115"/>
                <a:gd name="csY56" fmla="*/ 408054 h 2421274"/>
                <a:gd name="csX57" fmla="*/ 6677094 w 10328115"/>
                <a:gd name="csY57" fmla="*/ 2164491 h 2421274"/>
                <a:gd name="csX58" fmla="*/ 6683672 w 10328115"/>
                <a:gd name="csY58" fmla="*/ 427789 h 2421274"/>
                <a:gd name="csX59" fmla="*/ 6749456 w 10328115"/>
                <a:gd name="csY59" fmla="*/ 1460600 h 2421274"/>
                <a:gd name="csX60" fmla="*/ 6762613 w 10328115"/>
                <a:gd name="csY60" fmla="*/ 269907 h 2421274"/>
                <a:gd name="csX61" fmla="*/ 6828397 w 10328115"/>
                <a:gd name="csY61" fmla="*/ 2388157 h 2421274"/>
                <a:gd name="csX62" fmla="*/ 6841554 w 10328115"/>
                <a:gd name="csY62" fmla="*/ 1348767 h 2421274"/>
                <a:gd name="csX63" fmla="*/ 6927074 w 10328115"/>
                <a:gd name="csY63" fmla="*/ 2111864 h 2421274"/>
                <a:gd name="csX64" fmla="*/ 6907338 w 10328115"/>
                <a:gd name="csY64" fmla="*/ 296221 h 2421274"/>
                <a:gd name="csX65" fmla="*/ 7012593 w 10328115"/>
                <a:gd name="csY65" fmla="*/ 2046080 h 2421274"/>
                <a:gd name="csX66" fmla="*/ 7045485 w 10328115"/>
                <a:gd name="csY66" fmla="*/ 309377 h 2421274"/>
                <a:gd name="csX67" fmla="*/ 7104691 w 10328115"/>
                <a:gd name="csY67" fmla="*/ 2026344 h 2421274"/>
                <a:gd name="csX68" fmla="*/ 7131005 w 10328115"/>
                <a:gd name="csY68" fmla="*/ 480416 h 2421274"/>
                <a:gd name="csX69" fmla="*/ 7203367 w 10328115"/>
                <a:gd name="csY69" fmla="*/ 1842149 h 2421274"/>
                <a:gd name="csX70" fmla="*/ 7216524 w 10328115"/>
                <a:gd name="csY70" fmla="*/ 677769 h 2421274"/>
                <a:gd name="csX71" fmla="*/ 7282308 w 10328115"/>
                <a:gd name="csY71" fmla="*/ 2013187 h 2421274"/>
                <a:gd name="csX72" fmla="*/ 7367828 w 10328115"/>
                <a:gd name="csY72" fmla="*/ 394897 h 2421274"/>
                <a:gd name="csX73" fmla="*/ 7400720 w 10328115"/>
                <a:gd name="csY73" fmla="*/ 1980295 h 2421274"/>
                <a:gd name="csX74" fmla="*/ 7512553 w 10328115"/>
                <a:gd name="csY74" fmla="*/ 519887 h 2421274"/>
                <a:gd name="csX75" fmla="*/ 7578337 w 10328115"/>
                <a:gd name="csY75" fmla="*/ 2000031 h 2421274"/>
                <a:gd name="csX76" fmla="*/ 7611229 w 10328115"/>
                <a:gd name="csY76" fmla="*/ 815916 h 2421274"/>
                <a:gd name="csX77" fmla="*/ 7696748 w 10328115"/>
                <a:gd name="csY77" fmla="*/ 1855305 h 2421274"/>
                <a:gd name="csX78" fmla="*/ 7723062 w 10328115"/>
                <a:gd name="csY78" fmla="*/ 697504 h 2421274"/>
                <a:gd name="csX79" fmla="*/ 7775689 w 10328115"/>
                <a:gd name="csY79" fmla="*/ 1822413 h 2421274"/>
                <a:gd name="csX80" fmla="*/ 7808582 w 10328115"/>
                <a:gd name="csY80" fmla="*/ 829072 h 2421274"/>
                <a:gd name="csX81" fmla="*/ 7880944 w 10328115"/>
                <a:gd name="csY81" fmla="*/ 1782943 h 2421274"/>
                <a:gd name="csX82" fmla="*/ 7933571 w 10328115"/>
                <a:gd name="csY82" fmla="*/ 940905 h 2421274"/>
                <a:gd name="csX83" fmla="*/ 7992777 w 10328115"/>
                <a:gd name="csY83" fmla="*/ 1697423 h 2421274"/>
                <a:gd name="csX84" fmla="*/ 8045405 w 10328115"/>
                <a:gd name="csY84" fmla="*/ 901435 h 2421274"/>
                <a:gd name="csX85" fmla="*/ 8124346 w 10328115"/>
                <a:gd name="csY85" fmla="*/ 1664531 h 2421274"/>
                <a:gd name="csX86" fmla="*/ 8190130 w 10328115"/>
                <a:gd name="csY86" fmla="*/ 1013268 h 2421274"/>
                <a:gd name="csX87" fmla="*/ 8216443 w 10328115"/>
                <a:gd name="csY87" fmla="*/ 1421130 h 2421274"/>
                <a:gd name="csX88" fmla="*/ 8242757 w 10328115"/>
                <a:gd name="csY88" fmla="*/ 1144836 h 2421274"/>
                <a:gd name="csX89" fmla="*/ 8328277 w 10328115"/>
                <a:gd name="csY89" fmla="*/ 1704002 h 2421274"/>
                <a:gd name="csX90" fmla="*/ 8354590 w 10328115"/>
                <a:gd name="csY90" fmla="*/ 1263248 h 2421274"/>
                <a:gd name="csX91" fmla="*/ 8453266 w 10328115"/>
                <a:gd name="csY91" fmla="*/ 1664531 h 2421274"/>
                <a:gd name="csX92" fmla="*/ 8486159 w 10328115"/>
                <a:gd name="csY92" fmla="*/ 1006690 h 2421274"/>
                <a:gd name="csX93" fmla="*/ 8565100 w 10328115"/>
                <a:gd name="csY93" fmla="*/ 1651375 h 2421274"/>
                <a:gd name="csX94" fmla="*/ 8591413 w 10328115"/>
                <a:gd name="csY94" fmla="*/ 1118523 h 2421274"/>
                <a:gd name="csX95" fmla="*/ 8663776 w 10328115"/>
                <a:gd name="csY95" fmla="*/ 1585590 h 2421274"/>
                <a:gd name="csX96" fmla="*/ 8722982 w 10328115"/>
                <a:gd name="csY96" fmla="*/ 1210621 h 2421274"/>
                <a:gd name="csX97" fmla="*/ 8782187 w 10328115"/>
                <a:gd name="csY97" fmla="*/ 1592169 h 2421274"/>
                <a:gd name="csX98" fmla="*/ 8841393 w 10328115"/>
                <a:gd name="csY98" fmla="*/ 1269826 h 2421274"/>
                <a:gd name="csX99" fmla="*/ 8894020 w 10328115"/>
                <a:gd name="csY99" fmla="*/ 1493493 h 2421274"/>
                <a:gd name="csX100" fmla="*/ 8926912 w 10328115"/>
                <a:gd name="csY100" fmla="*/ 1296140 h 2421274"/>
                <a:gd name="csX101" fmla="*/ 8979540 w 10328115"/>
                <a:gd name="csY101" fmla="*/ 1559277 h 2421274"/>
                <a:gd name="csX102" fmla="*/ 9051902 w 10328115"/>
                <a:gd name="csY102" fmla="*/ 1289562 h 2421274"/>
                <a:gd name="csX103" fmla="*/ 9117687 w 10328115"/>
                <a:gd name="csY103" fmla="*/ 1539541 h 2421274"/>
                <a:gd name="csX104" fmla="*/ 9130843 w 10328115"/>
                <a:gd name="csY104" fmla="*/ 1243513 h 2421274"/>
                <a:gd name="csX105" fmla="*/ 9183471 w 10328115"/>
                <a:gd name="csY105" fmla="*/ 1486914 h 2421274"/>
                <a:gd name="csX106" fmla="*/ 9222941 w 10328115"/>
                <a:gd name="csY106" fmla="*/ 1190885 h 2421274"/>
                <a:gd name="csX107" fmla="*/ 9268990 w 10328115"/>
                <a:gd name="csY107" fmla="*/ 1493493 h 2421274"/>
                <a:gd name="csX108" fmla="*/ 9380823 w 10328115"/>
                <a:gd name="csY108" fmla="*/ 1256669 h 2421274"/>
                <a:gd name="csX109" fmla="*/ 9466343 w 10328115"/>
                <a:gd name="csY109" fmla="*/ 1394816 h 2421274"/>
                <a:gd name="csX110" fmla="*/ 9551862 w 10328115"/>
                <a:gd name="csY110" fmla="*/ 1250091 h 2421274"/>
                <a:gd name="csX111" fmla="*/ 9611068 w 10328115"/>
                <a:gd name="csY111" fmla="*/ 1335610 h 2421274"/>
                <a:gd name="csX112" fmla="*/ 9709744 w 10328115"/>
                <a:gd name="csY112" fmla="*/ 1269826 h 2421274"/>
                <a:gd name="csX113" fmla="*/ 9768950 w 10328115"/>
                <a:gd name="csY113" fmla="*/ 1335610 h 2421274"/>
                <a:gd name="csX114" fmla="*/ 9834734 w 10328115"/>
                <a:gd name="csY114" fmla="*/ 1269826 h 2421274"/>
                <a:gd name="csX115" fmla="*/ 9887361 w 10328115"/>
                <a:gd name="csY115" fmla="*/ 1322454 h 2421274"/>
                <a:gd name="csX116" fmla="*/ 9939989 w 10328115"/>
                <a:gd name="csY116" fmla="*/ 1256669 h 2421274"/>
                <a:gd name="csX117" fmla="*/ 9999194 w 10328115"/>
                <a:gd name="csY117" fmla="*/ 1315875 h 2421274"/>
                <a:gd name="csX118" fmla="*/ 10045243 w 10328115"/>
                <a:gd name="csY118" fmla="*/ 1263248 h 2421274"/>
                <a:gd name="csX119" fmla="*/ 10130763 w 10328115"/>
                <a:gd name="csY119" fmla="*/ 1315875 h 2421274"/>
                <a:gd name="csX120" fmla="*/ 10236018 w 10328115"/>
                <a:gd name="csY120" fmla="*/ 1263248 h 2421274"/>
                <a:gd name="csX121" fmla="*/ 10328115 w 10328115"/>
                <a:gd name="csY121" fmla="*/ 1302718 h 2421274"/>
                <a:gd name="csX0" fmla="*/ 1 w 8894021"/>
                <a:gd name="csY0" fmla="*/ 1144836 h 2421274"/>
                <a:gd name="csX1" fmla="*/ 1170959 w 8894021"/>
                <a:gd name="csY1" fmla="*/ 1125101 h 2421274"/>
                <a:gd name="csX2" fmla="*/ 1993262 w 8894021"/>
                <a:gd name="csY2" fmla="*/ 1131680 h 2421274"/>
                <a:gd name="csX3" fmla="*/ 2039311 w 8894021"/>
                <a:gd name="csY3" fmla="*/ 1125101 h 2421274"/>
                <a:gd name="csX4" fmla="*/ 2151144 w 8894021"/>
                <a:gd name="csY4" fmla="*/ 1256669 h 2421274"/>
                <a:gd name="csX5" fmla="*/ 2190614 w 8894021"/>
                <a:gd name="csY5" fmla="*/ 1197464 h 2421274"/>
                <a:gd name="csX6" fmla="*/ 2276134 w 8894021"/>
                <a:gd name="csY6" fmla="*/ 1282983 h 2421274"/>
                <a:gd name="csX7" fmla="*/ 2355075 w 8894021"/>
                <a:gd name="csY7" fmla="*/ 1039582 h 2421274"/>
                <a:gd name="csX8" fmla="*/ 2420859 w 8894021"/>
                <a:gd name="csY8" fmla="*/ 1282983 h 2421274"/>
                <a:gd name="csX9" fmla="*/ 2506378 w 8894021"/>
                <a:gd name="csY9" fmla="*/ 1026425 h 2421274"/>
                <a:gd name="csX10" fmla="*/ 2578741 w 8894021"/>
                <a:gd name="csY10" fmla="*/ 1250091 h 2421274"/>
                <a:gd name="csX11" fmla="*/ 2664260 w 8894021"/>
                <a:gd name="csY11" fmla="*/ 1039582 h 2421274"/>
                <a:gd name="csX12" fmla="*/ 2703731 w 8894021"/>
                <a:gd name="csY12" fmla="*/ 1263248 h 2421274"/>
                <a:gd name="csX13" fmla="*/ 2736623 w 8894021"/>
                <a:gd name="csY13" fmla="*/ 1039582 h 2421274"/>
                <a:gd name="csX14" fmla="*/ 2808985 w 8894021"/>
                <a:gd name="csY14" fmla="*/ 1250091 h 2421274"/>
                <a:gd name="csX15" fmla="*/ 2815564 w 8894021"/>
                <a:gd name="csY15" fmla="*/ 1026425 h 2421274"/>
                <a:gd name="csX16" fmla="*/ 2874770 w 8894021"/>
                <a:gd name="csY16" fmla="*/ 1256669 h 2421274"/>
                <a:gd name="csX17" fmla="*/ 2927397 w 8894021"/>
                <a:gd name="csY17" fmla="*/ 1046160 h 2421274"/>
                <a:gd name="csX18" fmla="*/ 3026073 w 8894021"/>
                <a:gd name="csY18" fmla="*/ 1276405 h 2421274"/>
                <a:gd name="csX19" fmla="*/ 3098436 w 8894021"/>
                <a:gd name="csY19" fmla="*/ 954062 h 2421274"/>
                <a:gd name="csX20" fmla="*/ 3164220 w 8894021"/>
                <a:gd name="csY20" fmla="*/ 1296140 h 2421274"/>
                <a:gd name="csX21" fmla="*/ 3223426 w 8894021"/>
                <a:gd name="csY21" fmla="*/ 1006690 h 2421274"/>
                <a:gd name="csX22" fmla="*/ 3269475 w 8894021"/>
                <a:gd name="csY22" fmla="*/ 1289562 h 2421274"/>
                <a:gd name="csX23" fmla="*/ 3289210 w 8894021"/>
                <a:gd name="csY23" fmla="*/ 1019846 h 2421274"/>
                <a:gd name="csX24" fmla="*/ 3368151 w 8894021"/>
                <a:gd name="csY24" fmla="*/ 1289562 h 2421274"/>
                <a:gd name="csX25" fmla="*/ 3420778 w 8894021"/>
                <a:gd name="csY25" fmla="*/ 1046160 h 2421274"/>
                <a:gd name="csX26" fmla="*/ 3506298 w 8894021"/>
                <a:gd name="csY26" fmla="*/ 1276405 h 2421274"/>
                <a:gd name="csX27" fmla="*/ 3572082 w 8894021"/>
                <a:gd name="csY27" fmla="*/ 1026425 h 2421274"/>
                <a:gd name="csX28" fmla="*/ 3664180 w 8894021"/>
                <a:gd name="csY28" fmla="*/ 1256669 h 2421274"/>
                <a:gd name="csX29" fmla="*/ 3710229 w 8894021"/>
                <a:gd name="csY29" fmla="*/ 1026425 h 2421274"/>
                <a:gd name="csX30" fmla="*/ 3789170 w 8894021"/>
                <a:gd name="csY30" fmla="*/ 1250091 h 2421274"/>
                <a:gd name="csX31" fmla="*/ 3815483 w 8894021"/>
                <a:gd name="csY31" fmla="*/ 960641 h 2421274"/>
                <a:gd name="csX32" fmla="*/ 3861532 w 8894021"/>
                <a:gd name="csY32" fmla="*/ 1269826 h 2421274"/>
                <a:gd name="csX33" fmla="*/ 3907581 w 8894021"/>
                <a:gd name="csY33" fmla="*/ 993533 h 2421274"/>
                <a:gd name="csX34" fmla="*/ 3973365 w 8894021"/>
                <a:gd name="csY34" fmla="*/ 1263248 h 2421274"/>
                <a:gd name="csX35" fmla="*/ 4006257 w 8894021"/>
                <a:gd name="csY35" fmla="*/ 875121 h 2421274"/>
                <a:gd name="csX36" fmla="*/ 4065463 w 8894021"/>
                <a:gd name="csY36" fmla="*/ 1243513 h 2421274"/>
                <a:gd name="csX37" fmla="*/ 4131247 w 8894021"/>
                <a:gd name="csY37" fmla="*/ 908013 h 2421274"/>
                <a:gd name="csX38" fmla="*/ 4229924 w 8894021"/>
                <a:gd name="csY38" fmla="*/ 1250091 h 2421274"/>
                <a:gd name="csX39" fmla="*/ 4275972 w 8894021"/>
                <a:gd name="csY39" fmla="*/ 1000111 h 2421274"/>
                <a:gd name="csX40" fmla="*/ 4394384 w 8894021"/>
                <a:gd name="csY40" fmla="*/ 2276324 h 2421274"/>
                <a:gd name="csX41" fmla="*/ 4420698 w 8894021"/>
                <a:gd name="csY41" fmla="*/ 177809 h 2421274"/>
                <a:gd name="csX42" fmla="*/ 4479903 w 8894021"/>
                <a:gd name="csY42" fmla="*/ 2315795 h 2421274"/>
                <a:gd name="csX43" fmla="*/ 4552266 w 8894021"/>
                <a:gd name="csY43" fmla="*/ 289642 h 2421274"/>
                <a:gd name="csX44" fmla="*/ 4591736 w 8894021"/>
                <a:gd name="csY44" fmla="*/ 2276324 h 2421274"/>
                <a:gd name="csX45" fmla="*/ 4657521 w 8894021"/>
                <a:gd name="csY45" fmla="*/ 192 h 2421274"/>
                <a:gd name="csX46" fmla="*/ 4710148 w 8894021"/>
                <a:gd name="csY46" fmla="*/ 2421049 h 2421274"/>
                <a:gd name="csX47" fmla="*/ 4736462 w 8894021"/>
                <a:gd name="csY47" fmla="*/ 158074 h 2421274"/>
                <a:gd name="csX48" fmla="*/ 4795667 w 8894021"/>
                <a:gd name="csY48" fmla="*/ 2394736 h 2421274"/>
                <a:gd name="csX49" fmla="*/ 4848295 w 8894021"/>
                <a:gd name="csY49" fmla="*/ 408054 h 2421274"/>
                <a:gd name="csX50" fmla="*/ 4907500 w 8894021"/>
                <a:gd name="csY50" fmla="*/ 2236854 h 2421274"/>
                <a:gd name="csX51" fmla="*/ 4973285 w 8894021"/>
                <a:gd name="csY51" fmla="*/ 934327 h 2421274"/>
                <a:gd name="csX52" fmla="*/ 5006177 w 8894021"/>
                <a:gd name="csY52" fmla="*/ 1894776 h 2421274"/>
                <a:gd name="csX53" fmla="*/ 5065383 w 8894021"/>
                <a:gd name="csY53" fmla="*/ 822494 h 2421274"/>
                <a:gd name="csX54" fmla="*/ 5098275 w 8894021"/>
                <a:gd name="csY54" fmla="*/ 1914511 h 2421274"/>
                <a:gd name="csX55" fmla="*/ 5144324 w 8894021"/>
                <a:gd name="csY55" fmla="*/ 408054 h 2421274"/>
                <a:gd name="csX56" fmla="*/ 5243000 w 8894021"/>
                <a:gd name="csY56" fmla="*/ 2164491 h 2421274"/>
                <a:gd name="csX57" fmla="*/ 5249578 w 8894021"/>
                <a:gd name="csY57" fmla="*/ 427789 h 2421274"/>
                <a:gd name="csX58" fmla="*/ 5315362 w 8894021"/>
                <a:gd name="csY58" fmla="*/ 1460600 h 2421274"/>
                <a:gd name="csX59" fmla="*/ 5328519 w 8894021"/>
                <a:gd name="csY59" fmla="*/ 269907 h 2421274"/>
                <a:gd name="csX60" fmla="*/ 5394303 w 8894021"/>
                <a:gd name="csY60" fmla="*/ 2388157 h 2421274"/>
                <a:gd name="csX61" fmla="*/ 5407460 w 8894021"/>
                <a:gd name="csY61" fmla="*/ 1348767 h 2421274"/>
                <a:gd name="csX62" fmla="*/ 5492980 w 8894021"/>
                <a:gd name="csY62" fmla="*/ 2111864 h 2421274"/>
                <a:gd name="csX63" fmla="*/ 5473244 w 8894021"/>
                <a:gd name="csY63" fmla="*/ 296221 h 2421274"/>
                <a:gd name="csX64" fmla="*/ 5578499 w 8894021"/>
                <a:gd name="csY64" fmla="*/ 2046080 h 2421274"/>
                <a:gd name="csX65" fmla="*/ 5611391 w 8894021"/>
                <a:gd name="csY65" fmla="*/ 309377 h 2421274"/>
                <a:gd name="csX66" fmla="*/ 5670597 w 8894021"/>
                <a:gd name="csY66" fmla="*/ 2026344 h 2421274"/>
                <a:gd name="csX67" fmla="*/ 5696911 w 8894021"/>
                <a:gd name="csY67" fmla="*/ 480416 h 2421274"/>
                <a:gd name="csX68" fmla="*/ 5769273 w 8894021"/>
                <a:gd name="csY68" fmla="*/ 1842149 h 2421274"/>
                <a:gd name="csX69" fmla="*/ 5782430 w 8894021"/>
                <a:gd name="csY69" fmla="*/ 677769 h 2421274"/>
                <a:gd name="csX70" fmla="*/ 5848214 w 8894021"/>
                <a:gd name="csY70" fmla="*/ 2013187 h 2421274"/>
                <a:gd name="csX71" fmla="*/ 5933734 w 8894021"/>
                <a:gd name="csY71" fmla="*/ 394897 h 2421274"/>
                <a:gd name="csX72" fmla="*/ 5966626 w 8894021"/>
                <a:gd name="csY72" fmla="*/ 1980295 h 2421274"/>
                <a:gd name="csX73" fmla="*/ 6078459 w 8894021"/>
                <a:gd name="csY73" fmla="*/ 519887 h 2421274"/>
                <a:gd name="csX74" fmla="*/ 6144243 w 8894021"/>
                <a:gd name="csY74" fmla="*/ 2000031 h 2421274"/>
                <a:gd name="csX75" fmla="*/ 6177135 w 8894021"/>
                <a:gd name="csY75" fmla="*/ 815916 h 2421274"/>
                <a:gd name="csX76" fmla="*/ 6262654 w 8894021"/>
                <a:gd name="csY76" fmla="*/ 1855305 h 2421274"/>
                <a:gd name="csX77" fmla="*/ 6288968 w 8894021"/>
                <a:gd name="csY77" fmla="*/ 697504 h 2421274"/>
                <a:gd name="csX78" fmla="*/ 6341595 w 8894021"/>
                <a:gd name="csY78" fmla="*/ 1822413 h 2421274"/>
                <a:gd name="csX79" fmla="*/ 6374488 w 8894021"/>
                <a:gd name="csY79" fmla="*/ 829072 h 2421274"/>
                <a:gd name="csX80" fmla="*/ 6446850 w 8894021"/>
                <a:gd name="csY80" fmla="*/ 1782943 h 2421274"/>
                <a:gd name="csX81" fmla="*/ 6499477 w 8894021"/>
                <a:gd name="csY81" fmla="*/ 940905 h 2421274"/>
                <a:gd name="csX82" fmla="*/ 6558683 w 8894021"/>
                <a:gd name="csY82" fmla="*/ 1697423 h 2421274"/>
                <a:gd name="csX83" fmla="*/ 6611311 w 8894021"/>
                <a:gd name="csY83" fmla="*/ 901435 h 2421274"/>
                <a:gd name="csX84" fmla="*/ 6690252 w 8894021"/>
                <a:gd name="csY84" fmla="*/ 1664531 h 2421274"/>
                <a:gd name="csX85" fmla="*/ 6756036 w 8894021"/>
                <a:gd name="csY85" fmla="*/ 1013268 h 2421274"/>
                <a:gd name="csX86" fmla="*/ 6782349 w 8894021"/>
                <a:gd name="csY86" fmla="*/ 1421130 h 2421274"/>
                <a:gd name="csX87" fmla="*/ 6808663 w 8894021"/>
                <a:gd name="csY87" fmla="*/ 1144836 h 2421274"/>
                <a:gd name="csX88" fmla="*/ 6894183 w 8894021"/>
                <a:gd name="csY88" fmla="*/ 1704002 h 2421274"/>
                <a:gd name="csX89" fmla="*/ 6920496 w 8894021"/>
                <a:gd name="csY89" fmla="*/ 1263248 h 2421274"/>
                <a:gd name="csX90" fmla="*/ 7019172 w 8894021"/>
                <a:gd name="csY90" fmla="*/ 1664531 h 2421274"/>
                <a:gd name="csX91" fmla="*/ 7052065 w 8894021"/>
                <a:gd name="csY91" fmla="*/ 1006690 h 2421274"/>
                <a:gd name="csX92" fmla="*/ 7131006 w 8894021"/>
                <a:gd name="csY92" fmla="*/ 1651375 h 2421274"/>
                <a:gd name="csX93" fmla="*/ 7157319 w 8894021"/>
                <a:gd name="csY93" fmla="*/ 1118523 h 2421274"/>
                <a:gd name="csX94" fmla="*/ 7229682 w 8894021"/>
                <a:gd name="csY94" fmla="*/ 1585590 h 2421274"/>
                <a:gd name="csX95" fmla="*/ 7288888 w 8894021"/>
                <a:gd name="csY95" fmla="*/ 1210621 h 2421274"/>
                <a:gd name="csX96" fmla="*/ 7348093 w 8894021"/>
                <a:gd name="csY96" fmla="*/ 1592169 h 2421274"/>
                <a:gd name="csX97" fmla="*/ 7407299 w 8894021"/>
                <a:gd name="csY97" fmla="*/ 1269826 h 2421274"/>
                <a:gd name="csX98" fmla="*/ 7459926 w 8894021"/>
                <a:gd name="csY98" fmla="*/ 1493493 h 2421274"/>
                <a:gd name="csX99" fmla="*/ 7492818 w 8894021"/>
                <a:gd name="csY99" fmla="*/ 1296140 h 2421274"/>
                <a:gd name="csX100" fmla="*/ 7545446 w 8894021"/>
                <a:gd name="csY100" fmla="*/ 1559277 h 2421274"/>
                <a:gd name="csX101" fmla="*/ 7617808 w 8894021"/>
                <a:gd name="csY101" fmla="*/ 1289562 h 2421274"/>
                <a:gd name="csX102" fmla="*/ 7683593 w 8894021"/>
                <a:gd name="csY102" fmla="*/ 1539541 h 2421274"/>
                <a:gd name="csX103" fmla="*/ 7696749 w 8894021"/>
                <a:gd name="csY103" fmla="*/ 1243513 h 2421274"/>
                <a:gd name="csX104" fmla="*/ 7749377 w 8894021"/>
                <a:gd name="csY104" fmla="*/ 1486914 h 2421274"/>
                <a:gd name="csX105" fmla="*/ 7788847 w 8894021"/>
                <a:gd name="csY105" fmla="*/ 1190885 h 2421274"/>
                <a:gd name="csX106" fmla="*/ 7834896 w 8894021"/>
                <a:gd name="csY106" fmla="*/ 1493493 h 2421274"/>
                <a:gd name="csX107" fmla="*/ 7946729 w 8894021"/>
                <a:gd name="csY107" fmla="*/ 1256669 h 2421274"/>
                <a:gd name="csX108" fmla="*/ 8032249 w 8894021"/>
                <a:gd name="csY108" fmla="*/ 1394816 h 2421274"/>
                <a:gd name="csX109" fmla="*/ 8117768 w 8894021"/>
                <a:gd name="csY109" fmla="*/ 1250091 h 2421274"/>
                <a:gd name="csX110" fmla="*/ 8176974 w 8894021"/>
                <a:gd name="csY110" fmla="*/ 1335610 h 2421274"/>
                <a:gd name="csX111" fmla="*/ 8275650 w 8894021"/>
                <a:gd name="csY111" fmla="*/ 1269826 h 2421274"/>
                <a:gd name="csX112" fmla="*/ 8334856 w 8894021"/>
                <a:gd name="csY112" fmla="*/ 1335610 h 2421274"/>
                <a:gd name="csX113" fmla="*/ 8400640 w 8894021"/>
                <a:gd name="csY113" fmla="*/ 1269826 h 2421274"/>
                <a:gd name="csX114" fmla="*/ 8453267 w 8894021"/>
                <a:gd name="csY114" fmla="*/ 1322454 h 2421274"/>
                <a:gd name="csX115" fmla="*/ 8505895 w 8894021"/>
                <a:gd name="csY115" fmla="*/ 1256669 h 2421274"/>
                <a:gd name="csX116" fmla="*/ 8565100 w 8894021"/>
                <a:gd name="csY116" fmla="*/ 1315875 h 2421274"/>
                <a:gd name="csX117" fmla="*/ 8611149 w 8894021"/>
                <a:gd name="csY117" fmla="*/ 1263248 h 2421274"/>
                <a:gd name="csX118" fmla="*/ 8696669 w 8894021"/>
                <a:gd name="csY118" fmla="*/ 1315875 h 2421274"/>
                <a:gd name="csX119" fmla="*/ 8801924 w 8894021"/>
                <a:gd name="csY119" fmla="*/ 1263248 h 2421274"/>
                <a:gd name="csX120" fmla="*/ 8894021 w 8894021"/>
                <a:gd name="csY120" fmla="*/ 1302718 h 24212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</a:cxnLst>
              <a:rect l="l" t="t" r="r" b="b"/>
              <a:pathLst>
                <a:path w="8894021" h="2421274">
                  <a:moveTo>
                    <a:pt x="1" y="1144836"/>
                  </a:moveTo>
                  <a:cubicBezTo>
                    <a:pt x="434176" y="1142643"/>
                    <a:pt x="1170959" y="1125101"/>
                    <a:pt x="1170959" y="1125101"/>
                  </a:cubicBezTo>
                  <a:lnTo>
                    <a:pt x="1993262" y="1131680"/>
                  </a:lnTo>
                  <a:cubicBezTo>
                    <a:pt x="2137987" y="1131680"/>
                    <a:pt x="2012997" y="1104269"/>
                    <a:pt x="2039311" y="1125101"/>
                  </a:cubicBezTo>
                  <a:cubicBezTo>
                    <a:pt x="2065625" y="1145933"/>
                    <a:pt x="2125927" y="1244609"/>
                    <a:pt x="2151144" y="1256669"/>
                  </a:cubicBezTo>
                  <a:cubicBezTo>
                    <a:pt x="2176361" y="1268729"/>
                    <a:pt x="2169782" y="1193078"/>
                    <a:pt x="2190614" y="1197464"/>
                  </a:cubicBezTo>
                  <a:cubicBezTo>
                    <a:pt x="2211446" y="1201850"/>
                    <a:pt x="2248724" y="1309297"/>
                    <a:pt x="2276134" y="1282983"/>
                  </a:cubicBezTo>
                  <a:cubicBezTo>
                    <a:pt x="2303544" y="1256669"/>
                    <a:pt x="2330954" y="1039582"/>
                    <a:pt x="2355075" y="1039582"/>
                  </a:cubicBezTo>
                  <a:cubicBezTo>
                    <a:pt x="2379196" y="1039582"/>
                    <a:pt x="2395642" y="1285176"/>
                    <a:pt x="2420859" y="1282983"/>
                  </a:cubicBezTo>
                  <a:cubicBezTo>
                    <a:pt x="2446076" y="1280790"/>
                    <a:pt x="2480064" y="1031907"/>
                    <a:pt x="2506378" y="1026425"/>
                  </a:cubicBezTo>
                  <a:cubicBezTo>
                    <a:pt x="2532692" y="1020943"/>
                    <a:pt x="2552427" y="1247898"/>
                    <a:pt x="2578741" y="1250091"/>
                  </a:cubicBezTo>
                  <a:cubicBezTo>
                    <a:pt x="2605055" y="1252284"/>
                    <a:pt x="2643428" y="1037389"/>
                    <a:pt x="2664260" y="1039582"/>
                  </a:cubicBezTo>
                  <a:cubicBezTo>
                    <a:pt x="2685092" y="1041775"/>
                    <a:pt x="2691671" y="1263248"/>
                    <a:pt x="2703731" y="1263248"/>
                  </a:cubicBezTo>
                  <a:cubicBezTo>
                    <a:pt x="2715791" y="1263248"/>
                    <a:pt x="2719081" y="1041775"/>
                    <a:pt x="2736623" y="1039582"/>
                  </a:cubicBezTo>
                  <a:cubicBezTo>
                    <a:pt x="2754165" y="1037389"/>
                    <a:pt x="2795828" y="1252284"/>
                    <a:pt x="2808985" y="1250091"/>
                  </a:cubicBezTo>
                  <a:cubicBezTo>
                    <a:pt x="2822142" y="1247898"/>
                    <a:pt x="2804600" y="1025329"/>
                    <a:pt x="2815564" y="1026425"/>
                  </a:cubicBezTo>
                  <a:cubicBezTo>
                    <a:pt x="2826528" y="1027521"/>
                    <a:pt x="2856131" y="1253380"/>
                    <a:pt x="2874770" y="1256669"/>
                  </a:cubicBezTo>
                  <a:cubicBezTo>
                    <a:pt x="2893409" y="1259958"/>
                    <a:pt x="2902180" y="1042871"/>
                    <a:pt x="2927397" y="1046160"/>
                  </a:cubicBezTo>
                  <a:cubicBezTo>
                    <a:pt x="2952614" y="1049449"/>
                    <a:pt x="2997567" y="1291755"/>
                    <a:pt x="3026073" y="1276405"/>
                  </a:cubicBezTo>
                  <a:cubicBezTo>
                    <a:pt x="3054579" y="1261055"/>
                    <a:pt x="3075412" y="950773"/>
                    <a:pt x="3098436" y="954062"/>
                  </a:cubicBezTo>
                  <a:cubicBezTo>
                    <a:pt x="3121460" y="957351"/>
                    <a:pt x="3143388" y="1287369"/>
                    <a:pt x="3164220" y="1296140"/>
                  </a:cubicBezTo>
                  <a:cubicBezTo>
                    <a:pt x="3185052" y="1304911"/>
                    <a:pt x="3205884" y="1007786"/>
                    <a:pt x="3223426" y="1006690"/>
                  </a:cubicBezTo>
                  <a:cubicBezTo>
                    <a:pt x="3240968" y="1005594"/>
                    <a:pt x="3258511" y="1287369"/>
                    <a:pt x="3269475" y="1289562"/>
                  </a:cubicBezTo>
                  <a:cubicBezTo>
                    <a:pt x="3280439" y="1291755"/>
                    <a:pt x="3272764" y="1019846"/>
                    <a:pt x="3289210" y="1019846"/>
                  </a:cubicBezTo>
                  <a:cubicBezTo>
                    <a:pt x="3305656" y="1019846"/>
                    <a:pt x="3346223" y="1285176"/>
                    <a:pt x="3368151" y="1289562"/>
                  </a:cubicBezTo>
                  <a:cubicBezTo>
                    <a:pt x="3390079" y="1293948"/>
                    <a:pt x="3397754" y="1048353"/>
                    <a:pt x="3420778" y="1046160"/>
                  </a:cubicBezTo>
                  <a:cubicBezTo>
                    <a:pt x="3443802" y="1043967"/>
                    <a:pt x="3481081" y="1279694"/>
                    <a:pt x="3506298" y="1276405"/>
                  </a:cubicBezTo>
                  <a:cubicBezTo>
                    <a:pt x="3531515" y="1273116"/>
                    <a:pt x="3545768" y="1029714"/>
                    <a:pt x="3572082" y="1026425"/>
                  </a:cubicBezTo>
                  <a:cubicBezTo>
                    <a:pt x="3598396" y="1023136"/>
                    <a:pt x="3641156" y="1256669"/>
                    <a:pt x="3664180" y="1256669"/>
                  </a:cubicBezTo>
                  <a:cubicBezTo>
                    <a:pt x="3687204" y="1256669"/>
                    <a:pt x="3689397" y="1027521"/>
                    <a:pt x="3710229" y="1026425"/>
                  </a:cubicBezTo>
                  <a:cubicBezTo>
                    <a:pt x="3731061" y="1025329"/>
                    <a:pt x="3771628" y="1261055"/>
                    <a:pt x="3789170" y="1250091"/>
                  </a:cubicBezTo>
                  <a:cubicBezTo>
                    <a:pt x="3806712" y="1239127"/>
                    <a:pt x="3803423" y="957352"/>
                    <a:pt x="3815483" y="960641"/>
                  </a:cubicBezTo>
                  <a:cubicBezTo>
                    <a:pt x="3827543" y="963930"/>
                    <a:pt x="3846182" y="1264344"/>
                    <a:pt x="3861532" y="1269826"/>
                  </a:cubicBezTo>
                  <a:cubicBezTo>
                    <a:pt x="3876882" y="1275308"/>
                    <a:pt x="3888942" y="994629"/>
                    <a:pt x="3907581" y="993533"/>
                  </a:cubicBezTo>
                  <a:cubicBezTo>
                    <a:pt x="3926220" y="992437"/>
                    <a:pt x="3956919" y="1282983"/>
                    <a:pt x="3973365" y="1263248"/>
                  </a:cubicBezTo>
                  <a:cubicBezTo>
                    <a:pt x="3989811" y="1243513"/>
                    <a:pt x="3990907" y="878410"/>
                    <a:pt x="4006257" y="875121"/>
                  </a:cubicBezTo>
                  <a:cubicBezTo>
                    <a:pt x="4021607" y="871832"/>
                    <a:pt x="4044631" y="1238031"/>
                    <a:pt x="4065463" y="1243513"/>
                  </a:cubicBezTo>
                  <a:cubicBezTo>
                    <a:pt x="4086295" y="1248995"/>
                    <a:pt x="4103837" y="906917"/>
                    <a:pt x="4131247" y="908013"/>
                  </a:cubicBezTo>
                  <a:cubicBezTo>
                    <a:pt x="4158657" y="909109"/>
                    <a:pt x="4205803" y="1234741"/>
                    <a:pt x="4229924" y="1250091"/>
                  </a:cubicBezTo>
                  <a:cubicBezTo>
                    <a:pt x="4254045" y="1265441"/>
                    <a:pt x="4248562" y="829072"/>
                    <a:pt x="4275972" y="1000111"/>
                  </a:cubicBezTo>
                  <a:cubicBezTo>
                    <a:pt x="4303382" y="1171150"/>
                    <a:pt x="4370263" y="2413374"/>
                    <a:pt x="4394384" y="2276324"/>
                  </a:cubicBezTo>
                  <a:cubicBezTo>
                    <a:pt x="4418505" y="2139274"/>
                    <a:pt x="4406445" y="171230"/>
                    <a:pt x="4420698" y="177809"/>
                  </a:cubicBezTo>
                  <a:cubicBezTo>
                    <a:pt x="4434951" y="184387"/>
                    <a:pt x="4457975" y="2297156"/>
                    <a:pt x="4479903" y="2315795"/>
                  </a:cubicBezTo>
                  <a:cubicBezTo>
                    <a:pt x="4501831" y="2334434"/>
                    <a:pt x="4533627" y="296220"/>
                    <a:pt x="4552266" y="289642"/>
                  </a:cubicBezTo>
                  <a:cubicBezTo>
                    <a:pt x="4570905" y="283064"/>
                    <a:pt x="4574194" y="2324566"/>
                    <a:pt x="4591736" y="2276324"/>
                  </a:cubicBezTo>
                  <a:cubicBezTo>
                    <a:pt x="4609278" y="2228082"/>
                    <a:pt x="4637786" y="-23929"/>
                    <a:pt x="4657521" y="192"/>
                  </a:cubicBezTo>
                  <a:cubicBezTo>
                    <a:pt x="4677256" y="24313"/>
                    <a:pt x="4696991" y="2394735"/>
                    <a:pt x="4710148" y="2421049"/>
                  </a:cubicBezTo>
                  <a:cubicBezTo>
                    <a:pt x="4723305" y="2447363"/>
                    <a:pt x="4722209" y="162459"/>
                    <a:pt x="4736462" y="158074"/>
                  </a:cubicBezTo>
                  <a:cubicBezTo>
                    <a:pt x="4750715" y="153689"/>
                    <a:pt x="4777028" y="2353073"/>
                    <a:pt x="4795667" y="2394736"/>
                  </a:cubicBezTo>
                  <a:cubicBezTo>
                    <a:pt x="4814306" y="2436399"/>
                    <a:pt x="4829656" y="434368"/>
                    <a:pt x="4848295" y="408054"/>
                  </a:cubicBezTo>
                  <a:cubicBezTo>
                    <a:pt x="4866934" y="381740"/>
                    <a:pt x="4886668" y="2149142"/>
                    <a:pt x="4907500" y="2236854"/>
                  </a:cubicBezTo>
                  <a:cubicBezTo>
                    <a:pt x="4928332" y="2324566"/>
                    <a:pt x="4956839" y="991340"/>
                    <a:pt x="4973285" y="934327"/>
                  </a:cubicBezTo>
                  <a:cubicBezTo>
                    <a:pt x="4989731" y="877314"/>
                    <a:pt x="4990827" y="1913415"/>
                    <a:pt x="5006177" y="1894776"/>
                  </a:cubicBezTo>
                  <a:cubicBezTo>
                    <a:pt x="5021527" y="1876137"/>
                    <a:pt x="5050033" y="819205"/>
                    <a:pt x="5065383" y="822494"/>
                  </a:cubicBezTo>
                  <a:cubicBezTo>
                    <a:pt x="5080733" y="825783"/>
                    <a:pt x="5085118" y="1983584"/>
                    <a:pt x="5098275" y="1914511"/>
                  </a:cubicBezTo>
                  <a:cubicBezTo>
                    <a:pt x="5111432" y="1845438"/>
                    <a:pt x="5120203" y="366391"/>
                    <a:pt x="5144324" y="408054"/>
                  </a:cubicBezTo>
                  <a:cubicBezTo>
                    <a:pt x="5168445" y="449717"/>
                    <a:pt x="5225458" y="2161202"/>
                    <a:pt x="5243000" y="2164491"/>
                  </a:cubicBezTo>
                  <a:cubicBezTo>
                    <a:pt x="5260542" y="2167780"/>
                    <a:pt x="5237518" y="545104"/>
                    <a:pt x="5249578" y="427789"/>
                  </a:cubicBezTo>
                  <a:cubicBezTo>
                    <a:pt x="5261638" y="310474"/>
                    <a:pt x="5302205" y="1486914"/>
                    <a:pt x="5315362" y="1460600"/>
                  </a:cubicBezTo>
                  <a:cubicBezTo>
                    <a:pt x="5328519" y="1434286"/>
                    <a:pt x="5315362" y="115314"/>
                    <a:pt x="5328519" y="269907"/>
                  </a:cubicBezTo>
                  <a:cubicBezTo>
                    <a:pt x="5341676" y="424500"/>
                    <a:pt x="5381146" y="2208347"/>
                    <a:pt x="5394303" y="2388157"/>
                  </a:cubicBezTo>
                  <a:cubicBezTo>
                    <a:pt x="5407460" y="2567967"/>
                    <a:pt x="5391014" y="1394816"/>
                    <a:pt x="5407460" y="1348767"/>
                  </a:cubicBezTo>
                  <a:cubicBezTo>
                    <a:pt x="5423906" y="1302718"/>
                    <a:pt x="5482016" y="2287288"/>
                    <a:pt x="5492980" y="2111864"/>
                  </a:cubicBezTo>
                  <a:cubicBezTo>
                    <a:pt x="5503944" y="1936440"/>
                    <a:pt x="5458991" y="307185"/>
                    <a:pt x="5473244" y="296221"/>
                  </a:cubicBezTo>
                  <a:cubicBezTo>
                    <a:pt x="5487497" y="285257"/>
                    <a:pt x="5555475" y="2043887"/>
                    <a:pt x="5578499" y="2046080"/>
                  </a:cubicBezTo>
                  <a:cubicBezTo>
                    <a:pt x="5601523" y="2048273"/>
                    <a:pt x="5596041" y="312666"/>
                    <a:pt x="5611391" y="309377"/>
                  </a:cubicBezTo>
                  <a:cubicBezTo>
                    <a:pt x="5626741" y="306088"/>
                    <a:pt x="5656344" y="1997838"/>
                    <a:pt x="5670597" y="2026344"/>
                  </a:cubicBezTo>
                  <a:cubicBezTo>
                    <a:pt x="5684850" y="2054850"/>
                    <a:pt x="5680465" y="511115"/>
                    <a:pt x="5696911" y="480416"/>
                  </a:cubicBezTo>
                  <a:cubicBezTo>
                    <a:pt x="5713357" y="449717"/>
                    <a:pt x="5755020" y="1809257"/>
                    <a:pt x="5769273" y="1842149"/>
                  </a:cubicBezTo>
                  <a:cubicBezTo>
                    <a:pt x="5783526" y="1875041"/>
                    <a:pt x="5769273" y="649263"/>
                    <a:pt x="5782430" y="677769"/>
                  </a:cubicBezTo>
                  <a:cubicBezTo>
                    <a:pt x="5795587" y="706275"/>
                    <a:pt x="5822997" y="2060332"/>
                    <a:pt x="5848214" y="2013187"/>
                  </a:cubicBezTo>
                  <a:cubicBezTo>
                    <a:pt x="5873431" y="1966042"/>
                    <a:pt x="5913999" y="400379"/>
                    <a:pt x="5933734" y="394897"/>
                  </a:cubicBezTo>
                  <a:cubicBezTo>
                    <a:pt x="5953469" y="389415"/>
                    <a:pt x="5942505" y="1959463"/>
                    <a:pt x="5966626" y="1980295"/>
                  </a:cubicBezTo>
                  <a:cubicBezTo>
                    <a:pt x="5990747" y="2001127"/>
                    <a:pt x="6048856" y="516598"/>
                    <a:pt x="6078459" y="519887"/>
                  </a:cubicBezTo>
                  <a:cubicBezTo>
                    <a:pt x="6108062" y="523176"/>
                    <a:pt x="6127797" y="1950693"/>
                    <a:pt x="6144243" y="2000031"/>
                  </a:cubicBezTo>
                  <a:cubicBezTo>
                    <a:pt x="6160689" y="2049369"/>
                    <a:pt x="6157400" y="840037"/>
                    <a:pt x="6177135" y="815916"/>
                  </a:cubicBezTo>
                  <a:cubicBezTo>
                    <a:pt x="6196870" y="791795"/>
                    <a:pt x="6244015" y="1875040"/>
                    <a:pt x="6262654" y="1855305"/>
                  </a:cubicBezTo>
                  <a:cubicBezTo>
                    <a:pt x="6281293" y="1835570"/>
                    <a:pt x="6275811" y="702986"/>
                    <a:pt x="6288968" y="697504"/>
                  </a:cubicBezTo>
                  <a:cubicBezTo>
                    <a:pt x="6302125" y="692022"/>
                    <a:pt x="6327342" y="1800485"/>
                    <a:pt x="6341595" y="1822413"/>
                  </a:cubicBezTo>
                  <a:cubicBezTo>
                    <a:pt x="6355848" y="1844341"/>
                    <a:pt x="6356945" y="835650"/>
                    <a:pt x="6374488" y="829072"/>
                  </a:cubicBezTo>
                  <a:cubicBezTo>
                    <a:pt x="6392031" y="822494"/>
                    <a:pt x="6426019" y="1764304"/>
                    <a:pt x="6446850" y="1782943"/>
                  </a:cubicBezTo>
                  <a:cubicBezTo>
                    <a:pt x="6467681" y="1801582"/>
                    <a:pt x="6480838" y="955158"/>
                    <a:pt x="6499477" y="940905"/>
                  </a:cubicBezTo>
                  <a:cubicBezTo>
                    <a:pt x="6518116" y="926652"/>
                    <a:pt x="6540044" y="1704001"/>
                    <a:pt x="6558683" y="1697423"/>
                  </a:cubicBezTo>
                  <a:cubicBezTo>
                    <a:pt x="6577322" y="1690845"/>
                    <a:pt x="6589383" y="906917"/>
                    <a:pt x="6611311" y="901435"/>
                  </a:cubicBezTo>
                  <a:cubicBezTo>
                    <a:pt x="6633239" y="895953"/>
                    <a:pt x="6666131" y="1645892"/>
                    <a:pt x="6690252" y="1664531"/>
                  </a:cubicBezTo>
                  <a:cubicBezTo>
                    <a:pt x="6714373" y="1683170"/>
                    <a:pt x="6740687" y="1053835"/>
                    <a:pt x="6756036" y="1013268"/>
                  </a:cubicBezTo>
                  <a:cubicBezTo>
                    <a:pt x="6771386" y="972701"/>
                    <a:pt x="6773578" y="1399202"/>
                    <a:pt x="6782349" y="1421130"/>
                  </a:cubicBezTo>
                  <a:cubicBezTo>
                    <a:pt x="6791120" y="1443058"/>
                    <a:pt x="6790024" y="1097691"/>
                    <a:pt x="6808663" y="1144836"/>
                  </a:cubicBezTo>
                  <a:cubicBezTo>
                    <a:pt x="6827302" y="1191981"/>
                    <a:pt x="6875544" y="1684267"/>
                    <a:pt x="6894183" y="1704002"/>
                  </a:cubicBezTo>
                  <a:cubicBezTo>
                    <a:pt x="6912822" y="1723737"/>
                    <a:pt x="6899664" y="1269827"/>
                    <a:pt x="6920496" y="1263248"/>
                  </a:cubicBezTo>
                  <a:cubicBezTo>
                    <a:pt x="6941328" y="1256669"/>
                    <a:pt x="6997244" y="1707291"/>
                    <a:pt x="7019172" y="1664531"/>
                  </a:cubicBezTo>
                  <a:cubicBezTo>
                    <a:pt x="7041100" y="1621771"/>
                    <a:pt x="7033426" y="1008883"/>
                    <a:pt x="7052065" y="1006690"/>
                  </a:cubicBezTo>
                  <a:cubicBezTo>
                    <a:pt x="7070704" y="1004497"/>
                    <a:pt x="7113464" y="1632736"/>
                    <a:pt x="7131006" y="1651375"/>
                  </a:cubicBezTo>
                  <a:cubicBezTo>
                    <a:pt x="7148548" y="1670014"/>
                    <a:pt x="7140873" y="1129487"/>
                    <a:pt x="7157319" y="1118523"/>
                  </a:cubicBezTo>
                  <a:cubicBezTo>
                    <a:pt x="7173765" y="1107559"/>
                    <a:pt x="7207754" y="1570240"/>
                    <a:pt x="7229682" y="1585590"/>
                  </a:cubicBezTo>
                  <a:cubicBezTo>
                    <a:pt x="7251610" y="1600940"/>
                    <a:pt x="7269153" y="1209525"/>
                    <a:pt x="7288888" y="1210621"/>
                  </a:cubicBezTo>
                  <a:cubicBezTo>
                    <a:pt x="7308623" y="1211717"/>
                    <a:pt x="7328358" y="1582302"/>
                    <a:pt x="7348093" y="1592169"/>
                  </a:cubicBezTo>
                  <a:cubicBezTo>
                    <a:pt x="7367828" y="1602036"/>
                    <a:pt x="7388660" y="1286272"/>
                    <a:pt x="7407299" y="1269826"/>
                  </a:cubicBezTo>
                  <a:cubicBezTo>
                    <a:pt x="7425938" y="1253380"/>
                    <a:pt x="7445673" y="1489107"/>
                    <a:pt x="7459926" y="1493493"/>
                  </a:cubicBezTo>
                  <a:cubicBezTo>
                    <a:pt x="7474179" y="1497879"/>
                    <a:pt x="7478565" y="1285176"/>
                    <a:pt x="7492818" y="1296140"/>
                  </a:cubicBezTo>
                  <a:cubicBezTo>
                    <a:pt x="7507071" y="1307104"/>
                    <a:pt x="7524614" y="1560373"/>
                    <a:pt x="7545446" y="1559277"/>
                  </a:cubicBezTo>
                  <a:cubicBezTo>
                    <a:pt x="7566278" y="1558181"/>
                    <a:pt x="7594784" y="1292851"/>
                    <a:pt x="7617808" y="1289562"/>
                  </a:cubicBezTo>
                  <a:cubicBezTo>
                    <a:pt x="7640833" y="1286273"/>
                    <a:pt x="7670436" y="1547216"/>
                    <a:pt x="7683593" y="1539541"/>
                  </a:cubicBezTo>
                  <a:cubicBezTo>
                    <a:pt x="7696750" y="1531866"/>
                    <a:pt x="7685785" y="1252284"/>
                    <a:pt x="7696749" y="1243513"/>
                  </a:cubicBezTo>
                  <a:cubicBezTo>
                    <a:pt x="7707713" y="1234742"/>
                    <a:pt x="7734027" y="1495685"/>
                    <a:pt x="7749377" y="1486914"/>
                  </a:cubicBezTo>
                  <a:cubicBezTo>
                    <a:pt x="7764727" y="1478143"/>
                    <a:pt x="7774594" y="1189789"/>
                    <a:pt x="7788847" y="1190885"/>
                  </a:cubicBezTo>
                  <a:cubicBezTo>
                    <a:pt x="7803100" y="1191982"/>
                    <a:pt x="7808582" y="1482529"/>
                    <a:pt x="7834896" y="1493493"/>
                  </a:cubicBezTo>
                  <a:cubicBezTo>
                    <a:pt x="7861210" y="1504457"/>
                    <a:pt x="7913837" y="1273115"/>
                    <a:pt x="7946729" y="1256669"/>
                  </a:cubicBezTo>
                  <a:cubicBezTo>
                    <a:pt x="7979621" y="1240223"/>
                    <a:pt x="8003743" y="1395912"/>
                    <a:pt x="8032249" y="1394816"/>
                  </a:cubicBezTo>
                  <a:cubicBezTo>
                    <a:pt x="8060755" y="1393720"/>
                    <a:pt x="8093647" y="1259959"/>
                    <a:pt x="8117768" y="1250091"/>
                  </a:cubicBezTo>
                  <a:cubicBezTo>
                    <a:pt x="8141889" y="1240223"/>
                    <a:pt x="8150660" y="1332321"/>
                    <a:pt x="8176974" y="1335610"/>
                  </a:cubicBezTo>
                  <a:cubicBezTo>
                    <a:pt x="8203288" y="1338899"/>
                    <a:pt x="8249336" y="1269826"/>
                    <a:pt x="8275650" y="1269826"/>
                  </a:cubicBezTo>
                  <a:cubicBezTo>
                    <a:pt x="8301964" y="1269826"/>
                    <a:pt x="8314024" y="1335610"/>
                    <a:pt x="8334856" y="1335610"/>
                  </a:cubicBezTo>
                  <a:cubicBezTo>
                    <a:pt x="8355688" y="1335610"/>
                    <a:pt x="8380905" y="1272019"/>
                    <a:pt x="8400640" y="1269826"/>
                  </a:cubicBezTo>
                  <a:cubicBezTo>
                    <a:pt x="8420375" y="1267633"/>
                    <a:pt x="8435725" y="1324647"/>
                    <a:pt x="8453267" y="1322454"/>
                  </a:cubicBezTo>
                  <a:cubicBezTo>
                    <a:pt x="8470810" y="1320261"/>
                    <a:pt x="8487256" y="1257765"/>
                    <a:pt x="8505895" y="1256669"/>
                  </a:cubicBezTo>
                  <a:cubicBezTo>
                    <a:pt x="8524534" y="1255573"/>
                    <a:pt x="8547558" y="1314779"/>
                    <a:pt x="8565100" y="1315875"/>
                  </a:cubicBezTo>
                  <a:cubicBezTo>
                    <a:pt x="8582642" y="1316971"/>
                    <a:pt x="8589221" y="1263248"/>
                    <a:pt x="8611149" y="1263248"/>
                  </a:cubicBezTo>
                  <a:cubicBezTo>
                    <a:pt x="8633077" y="1263248"/>
                    <a:pt x="8664873" y="1315875"/>
                    <a:pt x="8696669" y="1315875"/>
                  </a:cubicBezTo>
                  <a:cubicBezTo>
                    <a:pt x="8728465" y="1315875"/>
                    <a:pt x="8769032" y="1265441"/>
                    <a:pt x="8801924" y="1263248"/>
                  </a:cubicBezTo>
                  <a:cubicBezTo>
                    <a:pt x="8834816" y="1261055"/>
                    <a:pt x="8867707" y="1300525"/>
                    <a:pt x="8894021" y="1302718"/>
                  </a:cubicBezTo>
                </a:path>
              </a:pathLst>
            </a:custGeom>
            <a:noFill/>
            <a:ln w="38100">
              <a:gradFill flip="none" rotWithShape="1">
                <a:gsLst>
                  <a:gs pos="0">
                    <a:schemeClr val="bg1"/>
                  </a:gs>
                  <a:gs pos="67000">
                    <a:srgbClr val="FFC000"/>
                  </a:gs>
                  <a:gs pos="20000">
                    <a:srgbClr val="FFC000"/>
                  </a:gs>
                  <a:gs pos="100000">
                    <a:schemeClr val="bg1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3B9098FC-AD51-1247-9AFA-E224AE46271C}"/>
                </a:ext>
              </a:extLst>
            </p:cNvPr>
            <p:cNvSpPr/>
            <p:nvPr/>
          </p:nvSpPr>
          <p:spPr>
            <a:xfrm>
              <a:off x="14350227" y="5484913"/>
              <a:ext cx="7074393" cy="2099929"/>
            </a:xfrm>
            <a:custGeom>
              <a:avLst/>
              <a:gdLst>
                <a:gd name="csX0" fmla="*/ 0 w 10341272"/>
                <a:gd name="csY0" fmla="*/ 1303879 h 2582779"/>
                <a:gd name="csX1" fmla="*/ 355235 w 10341272"/>
                <a:gd name="csY1" fmla="*/ 1310457 h 2582779"/>
                <a:gd name="csX2" fmla="*/ 828881 w 10341272"/>
                <a:gd name="csY2" fmla="*/ 1297301 h 2582779"/>
                <a:gd name="csX3" fmla="*/ 1177537 w 10341272"/>
                <a:gd name="csY3" fmla="*/ 1303879 h 2582779"/>
                <a:gd name="csX4" fmla="*/ 1499880 w 10341272"/>
                <a:gd name="csY4" fmla="*/ 1297301 h 2582779"/>
                <a:gd name="csX5" fmla="*/ 1591977 w 10341272"/>
                <a:gd name="csY5" fmla="*/ 1257830 h 2582779"/>
                <a:gd name="csX6" fmla="*/ 1815644 w 10341272"/>
                <a:gd name="csY6" fmla="*/ 1067056 h 2582779"/>
                <a:gd name="csX7" fmla="*/ 1920898 w 10341272"/>
                <a:gd name="csY7" fmla="*/ 751292 h 2582779"/>
                <a:gd name="csX8" fmla="*/ 1927477 w 10341272"/>
                <a:gd name="csY8" fmla="*/ 67137 h 2582779"/>
                <a:gd name="csX9" fmla="*/ 2006418 w 10341272"/>
                <a:gd name="csY9" fmla="*/ 2580092 h 2582779"/>
                <a:gd name="csX10" fmla="*/ 2085359 w 10341272"/>
                <a:gd name="csY10" fmla="*/ 580253 h 2582779"/>
                <a:gd name="csX11" fmla="*/ 2151143 w 10341272"/>
                <a:gd name="csY11" fmla="*/ 1968299 h 2582779"/>
                <a:gd name="csX12" fmla="*/ 2230084 w 10341272"/>
                <a:gd name="csY12" fmla="*/ 896017 h 2582779"/>
                <a:gd name="csX13" fmla="*/ 2322182 w 10341272"/>
                <a:gd name="csY13" fmla="*/ 2014348 h 2582779"/>
                <a:gd name="csX14" fmla="*/ 2394544 w 10341272"/>
                <a:gd name="csY14" fmla="*/ 981537 h 2582779"/>
                <a:gd name="csX15" fmla="*/ 2480064 w 10341272"/>
                <a:gd name="csY15" fmla="*/ 1626222 h 2582779"/>
                <a:gd name="csX16" fmla="*/ 2526113 w 10341272"/>
                <a:gd name="csY16" fmla="*/ 1474918 h 2582779"/>
                <a:gd name="csX17" fmla="*/ 2618211 w 10341272"/>
                <a:gd name="csY17" fmla="*/ 1830152 h 2582779"/>
                <a:gd name="csX18" fmla="*/ 2690573 w 10341272"/>
                <a:gd name="csY18" fmla="*/ 1284144 h 2582779"/>
                <a:gd name="csX19" fmla="*/ 2769514 w 10341272"/>
                <a:gd name="csY19" fmla="*/ 1606486 h 2582779"/>
                <a:gd name="csX20" fmla="*/ 2881347 w 10341272"/>
                <a:gd name="csY20" fmla="*/ 1816996 h 2582779"/>
                <a:gd name="csX21" fmla="*/ 2947131 w 10341272"/>
                <a:gd name="csY21" fmla="*/ 1751211 h 2582779"/>
                <a:gd name="csX22" fmla="*/ 3012916 w 10341272"/>
                <a:gd name="csY22" fmla="*/ 1520967 h 2582779"/>
                <a:gd name="csX23" fmla="*/ 3058965 w 10341272"/>
                <a:gd name="csY23" fmla="*/ 1317036 h 2582779"/>
                <a:gd name="csX24" fmla="*/ 3137906 w 10341272"/>
                <a:gd name="csY24" fmla="*/ 1494653 h 2582779"/>
                <a:gd name="csX25" fmla="*/ 3210268 w 10341272"/>
                <a:gd name="csY25" fmla="*/ 1415712 h 2582779"/>
                <a:gd name="csX26" fmla="*/ 3276052 w 10341272"/>
                <a:gd name="csY26" fmla="*/ 1567016 h 2582779"/>
                <a:gd name="csX27" fmla="*/ 3328680 w 10341272"/>
                <a:gd name="csY27" fmla="*/ 1336771 h 2582779"/>
                <a:gd name="csX28" fmla="*/ 3420777 w 10341272"/>
                <a:gd name="csY28" fmla="*/ 1547281 h 2582779"/>
                <a:gd name="csX29" fmla="*/ 3460248 w 10341272"/>
                <a:gd name="csY29" fmla="*/ 1317036 h 2582779"/>
                <a:gd name="csX30" fmla="*/ 3552346 w 10341272"/>
                <a:gd name="csY30" fmla="*/ 1224938 h 2582779"/>
                <a:gd name="csX31" fmla="*/ 3558924 w 10341272"/>
                <a:gd name="csY31" fmla="*/ 1027586 h 2582779"/>
                <a:gd name="csX32" fmla="*/ 3624708 w 10341272"/>
                <a:gd name="csY32" fmla="*/ 1185468 h 2582779"/>
                <a:gd name="csX33" fmla="*/ 3716806 w 10341272"/>
                <a:gd name="csY33" fmla="*/ 1093370 h 2582779"/>
                <a:gd name="csX34" fmla="*/ 3729963 w 10341272"/>
                <a:gd name="csY34" fmla="*/ 1231516 h 2582779"/>
                <a:gd name="csX35" fmla="*/ 3795747 w 10341272"/>
                <a:gd name="csY35" fmla="*/ 1567016 h 2582779"/>
                <a:gd name="csX36" fmla="*/ 3927316 w 10341272"/>
                <a:gd name="csY36" fmla="*/ 1481496 h 2582779"/>
                <a:gd name="csX37" fmla="*/ 4072041 w 10341272"/>
                <a:gd name="csY37" fmla="*/ 1586751 h 2582779"/>
                <a:gd name="csX38" fmla="*/ 4269393 w 10341272"/>
                <a:gd name="csY38" fmla="*/ 1586751 h 2582779"/>
                <a:gd name="csX39" fmla="*/ 4499638 w 10341272"/>
                <a:gd name="csY39" fmla="*/ 1540702 h 2582779"/>
                <a:gd name="csX40" fmla="*/ 4716726 w 10341272"/>
                <a:gd name="csY40" fmla="*/ 1481496 h 2582779"/>
                <a:gd name="csX41" fmla="*/ 4802245 w 10341272"/>
                <a:gd name="csY41" fmla="*/ 1152575 h 2582779"/>
                <a:gd name="csX42" fmla="*/ 4999598 w 10341272"/>
                <a:gd name="csY42" fmla="*/ 1145997 h 2582779"/>
                <a:gd name="csX43" fmla="*/ 5190372 w 10341272"/>
                <a:gd name="csY43" fmla="*/ 1402555 h 2582779"/>
                <a:gd name="csX44" fmla="*/ 5335097 w 10341272"/>
                <a:gd name="csY44" fmla="*/ 1442026 h 2582779"/>
                <a:gd name="csX45" fmla="*/ 5446930 w 10341272"/>
                <a:gd name="csY45" fmla="*/ 1099948 h 2582779"/>
                <a:gd name="csX46" fmla="*/ 5585077 w 10341272"/>
                <a:gd name="csY46" fmla="*/ 1369663 h 2582779"/>
                <a:gd name="csX47" fmla="*/ 5749537 w 10341272"/>
                <a:gd name="csY47" fmla="*/ 1573594 h 2582779"/>
                <a:gd name="csX48" fmla="*/ 5946890 w 10341272"/>
                <a:gd name="csY48" fmla="*/ 1797260 h 2582779"/>
                <a:gd name="csX49" fmla="*/ 6131085 w 10341272"/>
                <a:gd name="csY49" fmla="*/ 1869623 h 2582779"/>
                <a:gd name="csX50" fmla="*/ 6223183 w 10341272"/>
                <a:gd name="csY50" fmla="*/ 1652535 h 2582779"/>
                <a:gd name="csX51" fmla="*/ 6321859 w 10341272"/>
                <a:gd name="csY51" fmla="*/ 1468339 h 2582779"/>
                <a:gd name="csX52" fmla="*/ 6663937 w 10341272"/>
                <a:gd name="csY52" fmla="*/ 1494653 h 2582779"/>
                <a:gd name="csX53" fmla="*/ 6821819 w 10341272"/>
                <a:gd name="csY53" fmla="*/ 1382820 h 2582779"/>
                <a:gd name="csX54" fmla="*/ 6920495 w 10341272"/>
                <a:gd name="csY54" fmla="*/ 1198624 h 2582779"/>
                <a:gd name="csX55" fmla="*/ 7065221 w 10341272"/>
                <a:gd name="csY55" fmla="*/ 1145997 h 2582779"/>
                <a:gd name="csX56" fmla="*/ 7255995 w 10341272"/>
                <a:gd name="csY56" fmla="*/ 1198624 h 2582779"/>
                <a:gd name="csX57" fmla="*/ 7302044 w 10341272"/>
                <a:gd name="csY57" fmla="*/ 1323614 h 2582779"/>
                <a:gd name="csX58" fmla="*/ 7427034 w 10341272"/>
                <a:gd name="csY58" fmla="*/ 1376242 h 2582779"/>
                <a:gd name="csX59" fmla="*/ 7473082 w 10341272"/>
                <a:gd name="csY59" fmla="*/ 1593329 h 2582779"/>
                <a:gd name="csX60" fmla="*/ 7617808 w 10341272"/>
                <a:gd name="csY60" fmla="*/ 1645957 h 2582779"/>
                <a:gd name="csX61" fmla="*/ 7999356 w 10341272"/>
                <a:gd name="csY61" fmla="*/ 1514388 h 2582779"/>
                <a:gd name="csX62" fmla="*/ 8275649 w 10341272"/>
                <a:gd name="csY62" fmla="*/ 1613065 h 2582779"/>
                <a:gd name="csX63" fmla="*/ 8499316 w 10341272"/>
                <a:gd name="csY63" fmla="*/ 1442026 h 2582779"/>
                <a:gd name="csX64" fmla="*/ 8841393 w 10341272"/>
                <a:gd name="csY64" fmla="*/ 1428869 h 2582779"/>
                <a:gd name="csX65" fmla="*/ 9071638 w 10341272"/>
                <a:gd name="csY65" fmla="*/ 1290722 h 2582779"/>
                <a:gd name="csX66" fmla="*/ 9216363 w 10341272"/>
                <a:gd name="csY66" fmla="*/ 1409134 h 2582779"/>
                <a:gd name="csX67" fmla="*/ 9459765 w 10341272"/>
                <a:gd name="csY67" fmla="*/ 1395977 h 2582779"/>
                <a:gd name="csX68" fmla="*/ 9729480 w 10341272"/>
                <a:gd name="csY68" fmla="*/ 1613065 h 2582779"/>
                <a:gd name="csX69" fmla="*/ 9887362 w 10341272"/>
                <a:gd name="csY69" fmla="*/ 1507810 h 2582779"/>
                <a:gd name="csX70" fmla="*/ 10130763 w 10341272"/>
                <a:gd name="csY70" fmla="*/ 1626222 h 2582779"/>
                <a:gd name="csX71" fmla="*/ 10341272 w 10341272"/>
                <a:gd name="csY71" fmla="*/ 1323614 h 25827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0341272" h="2582779">
                  <a:moveTo>
                    <a:pt x="0" y="1303879"/>
                  </a:moveTo>
                  <a:cubicBezTo>
                    <a:pt x="108544" y="1307716"/>
                    <a:pt x="217088" y="1311553"/>
                    <a:pt x="355235" y="1310457"/>
                  </a:cubicBezTo>
                  <a:cubicBezTo>
                    <a:pt x="493382" y="1309361"/>
                    <a:pt x="691831" y="1298397"/>
                    <a:pt x="828881" y="1297301"/>
                  </a:cubicBezTo>
                  <a:cubicBezTo>
                    <a:pt x="965931" y="1296205"/>
                    <a:pt x="1065704" y="1303879"/>
                    <a:pt x="1177537" y="1303879"/>
                  </a:cubicBezTo>
                  <a:cubicBezTo>
                    <a:pt x="1289370" y="1303879"/>
                    <a:pt x="1430807" y="1304976"/>
                    <a:pt x="1499880" y="1297301"/>
                  </a:cubicBezTo>
                  <a:cubicBezTo>
                    <a:pt x="1568953" y="1289626"/>
                    <a:pt x="1539350" y="1296204"/>
                    <a:pt x="1591977" y="1257830"/>
                  </a:cubicBezTo>
                  <a:cubicBezTo>
                    <a:pt x="1644604" y="1219456"/>
                    <a:pt x="1760824" y="1151479"/>
                    <a:pt x="1815644" y="1067056"/>
                  </a:cubicBezTo>
                  <a:cubicBezTo>
                    <a:pt x="1870464" y="982633"/>
                    <a:pt x="1902259" y="917945"/>
                    <a:pt x="1920898" y="751292"/>
                  </a:cubicBezTo>
                  <a:cubicBezTo>
                    <a:pt x="1939537" y="584639"/>
                    <a:pt x="1913224" y="-237663"/>
                    <a:pt x="1927477" y="67137"/>
                  </a:cubicBezTo>
                  <a:cubicBezTo>
                    <a:pt x="1941730" y="371937"/>
                    <a:pt x="1980104" y="2494573"/>
                    <a:pt x="2006418" y="2580092"/>
                  </a:cubicBezTo>
                  <a:cubicBezTo>
                    <a:pt x="2032732" y="2665611"/>
                    <a:pt x="2061238" y="682218"/>
                    <a:pt x="2085359" y="580253"/>
                  </a:cubicBezTo>
                  <a:cubicBezTo>
                    <a:pt x="2109480" y="478287"/>
                    <a:pt x="2127022" y="1915672"/>
                    <a:pt x="2151143" y="1968299"/>
                  </a:cubicBezTo>
                  <a:cubicBezTo>
                    <a:pt x="2175264" y="2020926"/>
                    <a:pt x="2201578" y="888342"/>
                    <a:pt x="2230084" y="896017"/>
                  </a:cubicBezTo>
                  <a:cubicBezTo>
                    <a:pt x="2258590" y="903692"/>
                    <a:pt x="2294772" y="2000095"/>
                    <a:pt x="2322182" y="2014348"/>
                  </a:cubicBezTo>
                  <a:cubicBezTo>
                    <a:pt x="2349592" y="2028601"/>
                    <a:pt x="2368230" y="1046225"/>
                    <a:pt x="2394544" y="981537"/>
                  </a:cubicBezTo>
                  <a:cubicBezTo>
                    <a:pt x="2420858" y="916849"/>
                    <a:pt x="2458136" y="1543992"/>
                    <a:pt x="2480064" y="1626222"/>
                  </a:cubicBezTo>
                  <a:cubicBezTo>
                    <a:pt x="2501992" y="1708452"/>
                    <a:pt x="2503089" y="1440930"/>
                    <a:pt x="2526113" y="1474918"/>
                  </a:cubicBezTo>
                  <a:cubicBezTo>
                    <a:pt x="2549138" y="1508906"/>
                    <a:pt x="2590801" y="1861948"/>
                    <a:pt x="2618211" y="1830152"/>
                  </a:cubicBezTo>
                  <a:cubicBezTo>
                    <a:pt x="2645621" y="1798356"/>
                    <a:pt x="2665356" y="1321422"/>
                    <a:pt x="2690573" y="1284144"/>
                  </a:cubicBezTo>
                  <a:cubicBezTo>
                    <a:pt x="2715790" y="1246866"/>
                    <a:pt x="2737718" y="1517677"/>
                    <a:pt x="2769514" y="1606486"/>
                  </a:cubicBezTo>
                  <a:cubicBezTo>
                    <a:pt x="2801310" y="1695295"/>
                    <a:pt x="2851744" y="1792875"/>
                    <a:pt x="2881347" y="1816996"/>
                  </a:cubicBezTo>
                  <a:cubicBezTo>
                    <a:pt x="2910950" y="1841117"/>
                    <a:pt x="2925203" y="1800549"/>
                    <a:pt x="2947131" y="1751211"/>
                  </a:cubicBezTo>
                  <a:cubicBezTo>
                    <a:pt x="2969059" y="1701873"/>
                    <a:pt x="2994277" y="1593329"/>
                    <a:pt x="3012916" y="1520967"/>
                  </a:cubicBezTo>
                  <a:cubicBezTo>
                    <a:pt x="3031555" y="1448605"/>
                    <a:pt x="3038133" y="1321422"/>
                    <a:pt x="3058965" y="1317036"/>
                  </a:cubicBezTo>
                  <a:cubicBezTo>
                    <a:pt x="3079797" y="1312650"/>
                    <a:pt x="3112689" y="1478207"/>
                    <a:pt x="3137906" y="1494653"/>
                  </a:cubicBezTo>
                  <a:cubicBezTo>
                    <a:pt x="3163123" y="1511099"/>
                    <a:pt x="3187244" y="1403652"/>
                    <a:pt x="3210268" y="1415712"/>
                  </a:cubicBezTo>
                  <a:cubicBezTo>
                    <a:pt x="3233292" y="1427773"/>
                    <a:pt x="3256317" y="1580173"/>
                    <a:pt x="3276052" y="1567016"/>
                  </a:cubicBezTo>
                  <a:cubicBezTo>
                    <a:pt x="3295787" y="1553859"/>
                    <a:pt x="3304559" y="1340060"/>
                    <a:pt x="3328680" y="1336771"/>
                  </a:cubicBezTo>
                  <a:cubicBezTo>
                    <a:pt x="3352801" y="1333482"/>
                    <a:pt x="3398849" y="1550570"/>
                    <a:pt x="3420777" y="1547281"/>
                  </a:cubicBezTo>
                  <a:cubicBezTo>
                    <a:pt x="3442705" y="1543992"/>
                    <a:pt x="3438320" y="1370760"/>
                    <a:pt x="3460248" y="1317036"/>
                  </a:cubicBezTo>
                  <a:cubicBezTo>
                    <a:pt x="3482176" y="1263312"/>
                    <a:pt x="3535900" y="1273180"/>
                    <a:pt x="3552346" y="1224938"/>
                  </a:cubicBezTo>
                  <a:cubicBezTo>
                    <a:pt x="3568792" y="1176696"/>
                    <a:pt x="3546864" y="1034164"/>
                    <a:pt x="3558924" y="1027586"/>
                  </a:cubicBezTo>
                  <a:cubicBezTo>
                    <a:pt x="3570984" y="1021008"/>
                    <a:pt x="3598394" y="1174504"/>
                    <a:pt x="3624708" y="1185468"/>
                  </a:cubicBezTo>
                  <a:cubicBezTo>
                    <a:pt x="3651022" y="1196432"/>
                    <a:pt x="3699264" y="1085695"/>
                    <a:pt x="3716806" y="1093370"/>
                  </a:cubicBezTo>
                  <a:cubicBezTo>
                    <a:pt x="3734348" y="1101045"/>
                    <a:pt x="3716806" y="1152575"/>
                    <a:pt x="3729963" y="1231516"/>
                  </a:cubicBezTo>
                  <a:cubicBezTo>
                    <a:pt x="3743120" y="1310457"/>
                    <a:pt x="3762855" y="1525353"/>
                    <a:pt x="3795747" y="1567016"/>
                  </a:cubicBezTo>
                  <a:cubicBezTo>
                    <a:pt x="3828639" y="1608679"/>
                    <a:pt x="3881267" y="1478207"/>
                    <a:pt x="3927316" y="1481496"/>
                  </a:cubicBezTo>
                  <a:cubicBezTo>
                    <a:pt x="3973365" y="1484785"/>
                    <a:pt x="4015028" y="1569209"/>
                    <a:pt x="4072041" y="1586751"/>
                  </a:cubicBezTo>
                  <a:cubicBezTo>
                    <a:pt x="4129054" y="1604293"/>
                    <a:pt x="4198127" y="1594426"/>
                    <a:pt x="4269393" y="1586751"/>
                  </a:cubicBezTo>
                  <a:cubicBezTo>
                    <a:pt x="4340659" y="1579076"/>
                    <a:pt x="4425083" y="1558244"/>
                    <a:pt x="4499638" y="1540702"/>
                  </a:cubicBezTo>
                  <a:cubicBezTo>
                    <a:pt x="4574193" y="1523160"/>
                    <a:pt x="4666292" y="1546184"/>
                    <a:pt x="4716726" y="1481496"/>
                  </a:cubicBezTo>
                  <a:cubicBezTo>
                    <a:pt x="4767160" y="1416808"/>
                    <a:pt x="4755100" y="1208491"/>
                    <a:pt x="4802245" y="1152575"/>
                  </a:cubicBezTo>
                  <a:cubicBezTo>
                    <a:pt x="4849390" y="1096658"/>
                    <a:pt x="4934910" y="1104334"/>
                    <a:pt x="4999598" y="1145997"/>
                  </a:cubicBezTo>
                  <a:cubicBezTo>
                    <a:pt x="5064286" y="1187660"/>
                    <a:pt x="5134456" y="1353217"/>
                    <a:pt x="5190372" y="1402555"/>
                  </a:cubicBezTo>
                  <a:cubicBezTo>
                    <a:pt x="5246288" y="1451893"/>
                    <a:pt x="5292337" y="1492460"/>
                    <a:pt x="5335097" y="1442026"/>
                  </a:cubicBezTo>
                  <a:cubicBezTo>
                    <a:pt x="5377857" y="1391592"/>
                    <a:pt x="5405267" y="1112008"/>
                    <a:pt x="5446930" y="1099948"/>
                  </a:cubicBezTo>
                  <a:cubicBezTo>
                    <a:pt x="5488593" y="1087888"/>
                    <a:pt x="5534643" y="1290722"/>
                    <a:pt x="5585077" y="1369663"/>
                  </a:cubicBezTo>
                  <a:cubicBezTo>
                    <a:pt x="5635511" y="1448604"/>
                    <a:pt x="5689235" y="1502328"/>
                    <a:pt x="5749537" y="1573594"/>
                  </a:cubicBezTo>
                  <a:cubicBezTo>
                    <a:pt x="5809839" y="1644860"/>
                    <a:pt x="5883299" y="1747922"/>
                    <a:pt x="5946890" y="1797260"/>
                  </a:cubicBezTo>
                  <a:cubicBezTo>
                    <a:pt x="6010481" y="1846598"/>
                    <a:pt x="6085036" y="1893744"/>
                    <a:pt x="6131085" y="1869623"/>
                  </a:cubicBezTo>
                  <a:cubicBezTo>
                    <a:pt x="6177134" y="1845502"/>
                    <a:pt x="6191387" y="1719416"/>
                    <a:pt x="6223183" y="1652535"/>
                  </a:cubicBezTo>
                  <a:cubicBezTo>
                    <a:pt x="6254979" y="1585654"/>
                    <a:pt x="6248400" y="1494653"/>
                    <a:pt x="6321859" y="1468339"/>
                  </a:cubicBezTo>
                  <a:cubicBezTo>
                    <a:pt x="6395318" y="1442025"/>
                    <a:pt x="6580610" y="1508906"/>
                    <a:pt x="6663937" y="1494653"/>
                  </a:cubicBezTo>
                  <a:cubicBezTo>
                    <a:pt x="6747264" y="1480400"/>
                    <a:pt x="6779059" y="1432158"/>
                    <a:pt x="6821819" y="1382820"/>
                  </a:cubicBezTo>
                  <a:cubicBezTo>
                    <a:pt x="6864579" y="1333482"/>
                    <a:pt x="6879928" y="1238094"/>
                    <a:pt x="6920495" y="1198624"/>
                  </a:cubicBezTo>
                  <a:cubicBezTo>
                    <a:pt x="6961062" y="1159154"/>
                    <a:pt x="7009304" y="1145997"/>
                    <a:pt x="7065221" y="1145997"/>
                  </a:cubicBezTo>
                  <a:cubicBezTo>
                    <a:pt x="7121138" y="1145997"/>
                    <a:pt x="7216525" y="1169021"/>
                    <a:pt x="7255995" y="1198624"/>
                  </a:cubicBezTo>
                  <a:cubicBezTo>
                    <a:pt x="7295465" y="1228227"/>
                    <a:pt x="7273538" y="1294011"/>
                    <a:pt x="7302044" y="1323614"/>
                  </a:cubicBezTo>
                  <a:cubicBezTo>
                    <a:pt x="7330551" y="1353217"/>
                    <a:pt x="7398528" y="1331290"/>
                    <a:pt x="7427034" y="1376242"/>
                  </a:cubicBezTo>
                  <a:cubicBezTo>
                    <a:pt x="7455540" y="1421194"/>
                    <a:pt x="7441286" y="1548377"/>
                    <a:pt x="7473082" y="1593329"/>
                  </a:cubicBezTo>
                  <a:cubicBezTo>
                    <a:pt x="7504878" y="1638282"/>
                    <a:pt x="7530096" y="1659114"/>
                    <a:pt x="7617808" y="1645957"/>
                  </a:cubicBezTo>
                  <a:cubicBezTo>
                    <a:pt x="7705520" y="1632800"/>
                    <a:pt x="7889716" y="1519870"/>
                    <a:pt x="7999356" y="1514388"/>
                  </a:cubicBezTo>
                  <a:cubicBezTo>
                    <a:pt x="8108996" y="1508906"/>
                    <a:pt x="8192322" y="1625125"/>
                    <a:pt x="8275649" y="1613065"/>
                  </a:cubicBezTo>
                  <a:cubicBezTo>
                    <a:pt x="8358976" y="1601005"/>
                    <a:pt x="8405025" y="1472725"/>
                    <a:pt x="8499316" y="1442026"/>
                  </a:cubicBezTo>
                  <a:cubicBezTo>
                    <a:pt x="8593607" y="1411327"/>
                    <a:pt x="8746006" y="1454086"/>
                    <a:pt x="8841393" y="1428869"/>
                  </a:cubicBezTo>
                  <a:cubicBezTo>
                    <a:pt x="8936780" y="1403652"/>
                    <a:pt x="9009143" y="1294011"/>
                    <a:pt x="9071638" y="1290722"/>
                  </a:cubicBezTo>
                  <a:cubicBezTo>
                    <a:pt x="9134133" y="1287433"/>
                    <a:pt x="9151675" y="1391592"/>
                    <a:pt x="9216363" y="1409134"/>
                  </a:cubicBezTo>
                  <a:cubicBezTo>
                    <a:pt x="9281051" y="1426676"/>
                    <a:pt x="9374246" y="1361989"/>
                    <a:pt x="9459765" y="1395977"/>
                  </a:cubicBezTo>
                  <a:cubicBezTo>
                    <a:pt x="9545285" y="1429966"/>
                    <a:pt x="9658214" y="1594426"/>
                    <a:pt x="9729480" y="1613065"/>
                  </a:cubicBezTo>
                  <a:cubicBezTo>
                    <a:pt x="9800746" y="1631704"/>
                    <a:pt x="9820482" y="1505617"/>
                    <a:pt x="9887362" y="1507810"/>
                  </a:cubicBezTo>
                  <a:cubicBezTo>
                    <a:pt x="9954242" y="1510003"/>
                    <a:pt x="10055111" y="1656921"/>
                    <a:pt x="10130763" y="1626222"/>
                  </a:cubicBezTo>
                  <a:cubicBezTo>
                    <a:pt x="10206415" y="1595523"/>
                    <a:pt x="10273843" y="1459568"/>
                    <a:pt x="10341272" y="1323614"/>
                  </a:cubicBezTo>
                </a:path>
              </a:pathLst>
            </a:custGeom>
            <a:noFill/>
            <a:ln w="38100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7000">
                    <a:schemeClr val="accent4"/>
                  </a:gs>
                  <a:gs pos="24000">
                    <a:schemeClr val="accent4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" name="フリーフォーム: 図形 1">
              <a:extLst>
                <a:ext uri="{FF2B5EF4-FFF2-40B4-BE49-F238E27FC236}">
                  <a16:creationId xmlns:a16="http://schemas.microsoft.com/office/drawing/2014/main" id="{13563062-8D1E-78FA-71CB-0A217DCB106B}"/>
                </a:ext>
              </a:extLst>
            </p:cNvPr>
            <p:cNvSpPr/>
            <p:nvPr/>
          </p:nvSpPr>
          <p:spPr>
            <a:xfrm>
              <a:off x="7917807" y="5525371"/>
              <a:ext cx="6694671" cy="1892891"/>
            </a:xfrm>
            <a:custGeom>
              <a:avLst/>
              <a:gdLst>
                <a:gd name="csX0" fmla="*/ 0 w 4926169"/>
                <a:gd name="csY0" fmla="*/ 1436043 h 3583892"/>
                <a:gd name="csX1" fmla="*/ 379927 w 4926169"/>
                <a:gd name="csY1" fmla="*/ 2601581 h 3583892"/>
                <a:gd name="csX2" fmla="*/ 824248 w 4926169"/>
                <a:gd name="csY2" fmla="*/ 1172026 h 3583892"/>
                <a:gd name="csX3" fmla="*/ 1223493 w 4926169"/>
                <a:gd name="csY3" fmla="*/ 2665975 h 3583892"/>
                <a:gd name="csX4" fmla="*/ 1596981 w 4926169"/>
                <a:gd name="csY4" fmla="*/ 1062555 h 3583892"/>
                <a:gd name="csX5" fmla="*/ 1957589 w 4926169"/>
                <a:gd name="csY5" fmla="*/ 2846279 h 3583892"/>
                <a:gd name="csX6" fmla="*/ 2286000 w 4926169"/>
                <a:gd name="csY6" fmla="*/ 895130 h 3583892"/>
                <a:gd name="csX7" fmla="*/ 2582214 w 4926169"/>
                <a:gd name="csY7" fmla="*/ 3058781 h 3583892"/>
                <a:gd name="csX8" fmla="*/ 2839792 w 4926169"/>
                <a:gd name="csY8" fmla="*/ 618234 h 3583892"/>
                <a:gd name="csX9" fmla="*/ 3071612 w 4926169"/>
                <a:gd name="csY9" fmla="*/ 3284161 h 3583892"/>
                <a:gd name="csX10" fmla="*/ 3251916 w 4926169"/>
                <a:gd name="csY10" fmla="*/ 334899 h 3583892"/>
                <a:gd name="csX11" fmla="*/ 3412902 w 4926169"/>
                <a:gd name="csY11" fmla="*/ 3490223 h 3583892"/>
                <a:gd name="csX12" fmla="*/ 3528812 w 4926169"/>
                <a:gd name="csY12" fmla="*/ 48 h 3583892"/>
                <a:gd name="csX13" fmla="*/ 3625403 w 4926169"/>
                <a:gd name="csY13" fmla="*/ 3580375 h 3583892"/>
                <a:gd name="csX14" fmla="*/ 3683358 w 4926169"/>
                <a:gd name="csY14" fmla="*/ 701947 h 3583892"/>
                <a:gd name="csX15" fmla="*/ 3754192 w 4926169"/>
                <a:gd name="csY15" fmla="*/ 2640217 h 3583892"/>
                <a:gd name="csX16" fmla="*/ 3837904 w 4926169"/>
                <a:gd name="csY16" fmla="*/ 1584150 h 3583892"/>
                <a:gd name="csX17" fmla="*/ 3895859 w 4926169"/>
                <a:gd name="csY17" fmla="*/ 2112184 h 3583892"/>
                <a:gd name="csX18" fmla="*/ 3947375 w 4926169"/>
                <a:gd name="csY18" fmla="*/ 1790212 h 3583892"/>
                <a:gd name="csX19" fmla="*/ 4024648 w 4926169"/>
                <a:gd name="csY19" fmla="*/ 2002713 h 3583892"/>
                <a:gd name="csX20" fmla="*/ 4082603 w 4926169"/>
                <a:gd name="csY20" fmla="*/ 1867485 h 3583892"/>
                <a:gd name="csX21" fmla="*/ 4153437 w 4926169"/>
                <a:gd name="csY21" fmla="*/ 1970516 h 3583892"/>
                <a:gd name="csX22" fmla="*/ 4217831 w 4926169"/>
                <a:gd name="csY22" fmla="*/ 1906122 h 3583892"/>
                <a:gd name="csX23" fmla="*/ 4295104 w 4926169"/>
                <a:gd name="csY23" fmla="*/ 1944758 h 3583892"/>
                <a:gd name="csX24" fmla="*/ 4353059 w 4926169"/>
                <a:gd name="csY24" fmla="*/ 1906122 h 3583892"/>
                <a:gd name="csX25" fmla="*/ 4443212 w 4926169"/>
                <a:gd name="csY25" fmla="*/ 1944758 h 3583892"/>
                <a:gd name="csX26" fmla="*/ 4501166 w 4926169"/>
                <a:gd name="csY26" fmla="*/ 1912561 h 3583892"/>
                <a:gd name="csX27" fmla="*/ 4578440 w 4926169"/>
                <a:gd name="csY27" fmla="*/ 1931879 h 3583892"/>
                <a:gd name="csX28" fmla="*/ 4642834 w 4926169"/>
                <a:gd name="csY28" fmla="*/ 1893243 h 3583892"/>
                <a:gd name="csX29" fmla="*/ 4694350 w 4926169"/>
                <a:gd name="csY29" fmla="*/ 1931879 h 3583892"/>
                <a:gd name="csX30" fmla="*/ 4765183 w 4926169"/>
                <a:gd name="csY30" fmla="*/ 1893243 h 3583892"/>
                <a:gd name="csX31" fmla="*/ 4829578 w 4926169"/>
                <a:gd name="csY31" fmla="*/ 1925440 h 3583892"/>
                <a:gd name="csX32" fmla="*/ 4926169 w 4926169"/>
                <a:gd name="csY32" fmla="*/ 1893243 h 35838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4926169" h="3583892">
                  <a:moveTo>
                    <a:pt x="0" y="1436043"/>
                  </a:moveTo>
                  <a:cubicBezTo>
                    <a:pt x="121276" y="2040813"/>
                    <a:pt x="242552" y="2645584"/>
                    <a:pt x="379927" y="2601581"/>
                  </a:cubicBezTo>
                  <a:cubicBezTo>
                    <a:pt x="517302" y="2557578"/>
                    <a:pt x="683654" y="1161294"/>
                    <a:pt x="824248" y="1172026"/>
                  </a:cubicBezTo>
                  <a:cubicBezTo>
                    <a:pt x="964842" y="1182758"/>
                    <a:pt x="1094704" y="2684220"/>
                    <a:pt x="1223493" y="2665975"/>
                  </a:cubicBezTo>
                  <a:cubicBezTo>
                    <a:pt x="1352282" y="2647730"/>
                    <a:pt x="1474632" y="1032504"/>
                    <a:pt x="1596981" y="1062555"/>
                  </a:cubicBezTo>
                  <a:cubicBezTo>
                    <a:pt x="1719330" y="1092606"/>
                    <a:pt x="1842753" y="2874183"/>
                    <a:pt x="1957589" y="2846279"/>
                  </a:cubicBezTo>
                  <a:cubicBezTo>
                    <a:pt x="2072425" y="2818375"/>
                    <a:pt x="2181896" y="859713"/>
                    <a:pt x="2286000" y="895130"/>
                  </a:cubicBezTo>
                  <a:cubicBezTo>
                    <a:pt x="2390104" y="930547"/>
                    <a:pt x="2489915" y="3104930"/>
                    <a:pt x="2582214" y="3058781"/>
                  </a:cubicBezTo>
                  <a:cubicBezTo>
                    <a:pt x="2674513" y="3012632"/>
                    <a:pt x="2758226" y="580671"/>
                    <a:pt x="2839792" y="618234"/>
                  </a:cubicBezTo>
                  <a:cubicBezTo>
                    <a:pt x="2921358" y="655797"/>
                    <a:pt x="3002925" y="3331384"/>
                    <a:pt x="3071612" y="3284161"/>
                  </a:cubicBezTo>
                  <a:cubicBezTo>
                    <a:pt x="3140299" y="3236939"/>
                    <a:pt x="3195034" y="300555"/>
                    <a:pt x="3251916" y="334899"/>
                  </a:cubicBezTo>
                  <a:cubicBezTo>
                    <a:pt x="3308798" y="369243"/>
                    <a:pt x="3366753" y="3546031"/>
                    <a:pt x="3412902" y="3490223"/>
                  </a:cubicBezTo>
                  <a:cubicBezTo>
                    <a:pt x="3459051" y="3434415"/>
                    <a:pt x="3493395" y="-14977"/>
                    <a:pt x="3528812" y="48"/>
                  </a:cubicBezTo>
                  <a:cubicBezTo>
                    <a:pt x="3564229" y="15073"/>
                    <a:pt x="3599645" y="3463392"/>
                    <a:pt x="3625403" y="3580375"/>
                  </a:cubicBezTo>
                  <a:cubicBezTo>
                    <a:pt x="3651161" y="3697358"/>
                    <a:pt x="3661893" y="858640"/>
                    <a:pt x="3683358" y="701947"/>
                  </a:cubicBezTo>
                  <a:cubicBezTo>
                    <a:pt x="3704823" y="545254"/>
                    <a:pt x="3728434" y="2493183"/>
                    <a:pt x="3754192" y="2640217"/>
                  </a:cubicBezTo>
                  <a:cubicBezTo>
                    <a:pt x="3779950" y="2787251"/>
                    <a:pt x="3814293" y="1672156"/>
                    <a:pt x="3837904" y="1584150"/>
                  </a:cubicBezTo>
                  <a:cubicBezTo>
                    <a:pt x="3861515" y="1496144"/>
                    <a:pt x="3877614" y="2077840"/>
                    <a:pt x="3895859" y="2112184"/>
                  </a:cubicBezTo>
                  <a:cubicBezTo>
                    <a:pt x="3914104" y="2146528"/>
                    <a:pt x="3925910" y="1808457"/>
                    <a:pt x="3947375" y="1790212"/>
                  </a:cubicBezTo>
                  <a:cubicBezTo>
                    <a:pt x="3968840" y="1771967"/>
                    <a:pt x="4002110" y="1989834"/>
                    <a:pt x="4024648" y="2002713"/>
                  </a:cubicBezTo>
                  <a:cubicBezTo>
                    <a:pt x="4047186" y="2015592"/>
                    <a:pt x="4061138" y="1872851"/>
                    <a:pt x="4082603" y="1867485"/>
                  </a:cubicBezTo>
                  <a:cubicBezTo>
                    <a:pt x="4104068" y="1862119"/>
                    <a:pt x="4130899" y="1964077"/>
                    <a:pt x="4153437" y="1970516"/>
                  </a:cubicBezTo>
                  <a:cubicBezTo>
                    <a:pt x="4175975" y="1976955"/>
                    <a:pt x="4194220" y="1910415"/>
                    <a:pt x="4217831" y="1906122"/>
                  </a:cubicBezTo>
                  <a:cubicBezTo>
                    <a:pt x="4241442" y="1901829"/>
                    <a:pt x="4272566" y="1944758"/>
                    <a:pt x="4295104" y="1944758"/>
                  </a:cubicBezTo>
                  <a:cubicBezTo>
                    <a:pt x="4317642" y="1944758"/>
                    <a:pt x="4328374" y="1906122"/>
                    <a:pt x="4353059" y="1906122"/>
                  </a:cubicBezTo>
                  <a:cubicBezTo>
                    <a:pt x="4377744" y="1906122"/>
                    <a:pt x="4418528" y="1943685"/>
                    <a:pt x="4443212" y="1944758"/>
                  </a:cubicBezTo>
                  <a:cubicBezTo>
                    <a:pt x="4467896" y="1945831"/>
                    <a:pt x="4478628" y="1914707"/>
                    <a:pt x="4501166" y="1912561"/>
                  </a:cubicBezTo>
                  <a:cubicBezTo>
                    <a:pt x="4523704" y="1910415"/>
                    <a:pt x="4554829" y="1935099"/>
                    <a:pt x="4578440" y="1931879"/>
                  </a:cubicBezTo>
                  <a:cubicBezTo>
                    <a:pt x="4602051" y="1928659"/>
                    <a:pt x="4623516" y="1893243"/>
                    <a:pt x="4642834" y="1893243"/>
                  </a:cubicBezTo>
                  <a:cubicBezTo>
                    <a:pt x="4662152" y="1893243"/>
                    <a:pt x="4673959" y="1931879"/>
                    <a:pt x="4694350" y="1931879"/>
                  </a:cubicBezTo>
                  <a:cubicBezTo>
                    <a:pt x="4714741" y="1931879"/>
                    <a:pt x="4742645" y="1894316"/>
                    <a:pt x="4765183" y="1893243"/>
                  </a:cubicBezTo>
                  <a:cubicBezTo>
                    <a:pt x="4787721" y="1892170"/>
                    <a:pt x="4802747" y="1925440"/>
                    <a:pt x="4829578" y="1925440"/>
                  </a:cubicBezTo>
                  <a:cubicBezTo>
                    <a:pt x="4856409" y="1925440"/>
                    <a:pt x="4891289" y="1909341"/>
                    <a:pt x="4926169" y="1893243"/>
                  </a:cubicBezTo>
                </a:path>
              </a:pathLst>
            </a:custGeom>
            <a:noFill/>
            <a:ln w="57150" cap="sq">
              <a:gradFill flip="none" rotWithShape="1">
                <a:gsLst>
                  <a:gs pos="35000">
                    <a:srgbClr val="FF0000"/>
                  </a:gs>
                  <a:gs pos="0">
                    <a:schemeClr val="bg1"/>
                  </a:gs>
                  <a:gs pos="67000">
                    <a:srgbClr val="FF0000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A5DB3B0B-F42C-3A42-F9CB-38D02F9C48E9}"/>
                  </a:ext>
                </a:extLst>
              </p:cNvPr>
              <p:cNvSpPr txBox="1"/>
              <p:nvPr/>
            </p:nvSpPr>
            <p:spPr>
              <a:xfrm>
                <a:off x="1181844" y="1488116"/>
                <a:ext cx="10225876" cy="35086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2200" dirty="0">
                    <a:ln>
                      <a:solidFill>
                        <a:schemeClr val="tx1"/>
                      </a:solidFill>
                    </a:ln>
                    <a:solidFill>
                      <a:srgbClr val="6E6E6E"/>
                    </a:solidFill>
                    <a:latin typeface="PT mono" panose="02060509020205020204" pitchFamily="49" charset="0"/>
                  </a:rPr>
                  <a:t>GW</a:t>
                </a:r>
                <a14:m>
                  <m:oMath xmlns:m="http://schemas.openxmlformats.org/officeDocument/2006/math">
                    <m:r>
                      <a:rPr kumimoji="1" lang="en-US" altLang="ja-JP" sz="22200" b="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𝑒𝑥</m:t>
                    </m:r>
                  </m:oMath>
                </a14:m>
                <a:r>
                  <a:rPr lang="en-US" altLang="ja-JP" sz="22200" dirty="0" err="1">
                    <a:ln>
                      <a:solidFill>
                        <a:schemeClr val="tx1"/>
                      </a:solidFill>
                    </a:ln>
                    <a:solidFill>
                      <a:srgbClr val="6E6E6E"/>
                    </a:solidFill>
                    <a:latin typeface="PT mono" panose="02060509020205020204" pitchFamily="49" charset="0"/>
                  </a:rPr>
                  <a:t>py</a:t>
                </a:r>
                <a:endParaRPr kumimoji="1" lang="ja-JP" altLang="en-US" sz="22200" dirty="0">
                  <a:ln>
                    <a:solidFill>
                      <a:schemeClr val="tx1"/>
                    </a:solidFill>
                  </a:ln>
                  <a:solidFill>
                    <a:srgbClr val="6E6E6E"/>
                  </a:solidFill>
                  <a:latin typeface="PT mono" panose="02060509020205020204" pitchFamily="49" charset="0"/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A5DB3B0B-F42C-3A42-F9CB-38D02F9C4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844" y="1488116"/>
                <a:ext cx="10225876" cy="35086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3913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D5391CC4-C053-E3C0-340F-6FD360C06485}"/>
              </a:ext>
            </a:extLst>
          </p:cNvPr>
          <p:cNvSpPr/>
          <p:nvPr/>
        </p:nvSpPr>
        <p:spPr>
          <a:xfrm>
            <a:off x="3474720" y="1611630"/>
            <a:ext cx="3794760" cy="379476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416521FE-F2D6-84CC-B83C-B8F7F1F39A48}"/>
                  </a:ext>
                </a:extLst>
              </p:cNvPr>
              <p:cNvSpPr txBox="1"/>
              <p:nvPr/>
            </p:nvSpPr>
            <p:spPr>
              <a:xfrm>
                <a:off x="2895876" y="699446"/>
                <a:ext cx="4906728" cy="35086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2200" b="0" i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𝑒𝑥</m:t>
                      </m:r>
                    </m:oMath>
                  </m:oMathPara>
                </a14:m>
                <a:endParaRPr kumimoji="1" lang="ja-JP" altLang="en-US" sz="22200" dirty="0">
                  <a:ln>
                    <a:noFill/>
                  </a:ln>
                  <a:solidFill>
                    <a:schemeClr val="bg1"/>
                  </a:solidFill>
                  <a:latin typeface="PT mono" panose="02060509020205020204" pitchFamily="49" charset="0"/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416521FE-F2D6-84CC-B83C-B8F7F1F39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876" y="699446"/>
                <a:ext cx="4906728" cy="35086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9B53D752-9AAB-9E13-839B-79B88B4E167F}"/>
              </a:ext>
            </a:extLst>
          </p:cNvPr>
          <p:cNvSpPr/>
          <p:nvPr/>
        </p:nvSpPr>
        <p:spPr>
          <a:xfrm>
            <a:off x="3554730" y="3650659"/>
            <a:ext cx="3600450" cy="1561421"/>
          </a:xfrm>
          <a:custGeom>
            <a:avLst/>
            <a:gdLst>
              <a:gd name="csX0" fmla="*/ 0 w 4926169"/>
              <a:gd name="csY0" fmla="*/ 1436043 h 3583892"/>
              <a:gd name="csX1" fmla="*/ 379927 w 4926169"/>
              <a:gd name="csY1" fmla="*/ 2601581 h 3583892"/>
              <a:gd name="csX2" fmla="*/ 824248 w 4926169"/>
              <a:gd name="csY2" fmla="*/ 1172026 h 3583892"/>
              <a:gd name="csX3" fmla="*/ 1223493 w 4926169"/>
              <a:gd name="csY3" fmla="*/ 2665975 h 3583892"/>
              <a:gd name="csX4" fmla="*/ 1596981 w 4926169"/>
              <a:gd name="csY4" fmla="*/ 1062555 h 3583892"/>
              <a:gd name="csX5" fmla="*/ 1957589 w 4926169"/>
              <a:gd name="csY5" fmla="*/ 2846279 h 3583892"/>
              <a:gd name="csX6" fmla="*/ 2286000 w 4926169"/>
              <a:gd name="csY6" fmla="*/ 895130 h 3583892"/>
              <a:gd name="csX7" fmla="*/ 2582214 w 4926169"/>
              <a:gd name="csY7" fmla="*/ 3058781 h 3583892"/>
              <a:gd name="csX8" fmla="*/ 2839792 w 4926169"/>
              <a:gd name="csY8" fmla="*/ 618234 h 3583892"/>
              <a:gd name="csX9" fmla="*/ 3071612 w 4926169"/>
              <a:gd name="csY9" fmla="*/ 3284161 h 3583892"/>
              <a:gd name="csX10" fmla="*/ 3251916 w 4926169"/>
              <a:gd name="csY10" fmla="*/ 334899 h 3583892"/>
              <a:gd name="csX11" fmla="*/ 3412902 w 4926169"/>
              <a:gd name="csY11" fmla="*/ 3490223 h 3583892"/>
              <a:gd name="csX12" fmla="*/ 3528812 w 4926169"/>
              <a:gd name="csY12" fmla="*/ 48 h 3583892"/>
              <a:gd name="csX13" fmla="*/ 3625403 w 4926169"/>
              <a:gd name="csY13" fmla="*/ 3580375 h 3583892"/>
              <a:gd name="csX14" fmla="*/ 3683358 w 4926169"/>
              <a:gd name="csY14" fmla="*/ 701947 h 3583892"/>
              <a:gd name="csX15" fmla="*/ 3754192 w 4926169"/>
              <a:gd name="csY15" fmla="*/ 2640217 h 3583892"/>
              <a:gd name="csX16" fmla="*/ 3837904 w 4926169"/>
              <a:gd name="csY16" fmla="*/ 1584150 h 3583892"/>
              <a:gd name="csX17" fmla="*/ 3895859 w 4926169"/>
              <a:gd name="csY17" fmla="*/ 2112184 h 3583892"/>
              <a:gd name="csX18" fmla="*/ 3947375 w 4926169"/>
              <a:gd name="csY18" fmla="*/ 1790212 h 3583892"/>
              <a:gd name="csX19" fmla="*/ 4024648 w 4926169"/>
              <a:gd name="csY19" fmla="*/ 2002713 h 3583892"/>
              <a:gd name="csX20" fmla="*/ 4082603 w 4926169"/>
              <a:gd name="csY20" fmla="*/ 1867485 h 3583892"/>
              <a:gd name="csX21" fmla="*/ 4153437 w 4926169"/>
              <a:gd name="csY21" fmla="*/ 1970516 h 3583892"/>
              <a:gd name="csX22" fmla="*/ 4217831 w 4926169"/>
              <a:gd name="csY22" fmla="*/ 1906122 h 3583892"/>
              <a:gd name="csX23" fmla="*/ 4295104 w 4926169"/>
              <a:gd name="csY23" fmla="*/ 1944758 h 3583892"/>
              <a:gd name="csX24" fmla="*/ 4353059 w 4926169"/>
              <a:gd name="csY24" fmla="*/ 1906122 h 3583892"/>
              <a:gd name="csX25" fmla="*/ 4443212 w 4926169"/>
              <a:gd name="csY25" fmla="*/ 1944758 h 3583892"/>
              <a:gd name="csX26" fmla="*/ 4501166 w 4926169"/>
              <a:gd name="csY26" fmla="*/ 1912561 h 3583892"/>
              <a:gd name="csX27" fmla="*/ 4578440 w 4926169"/>
              <a:gd name="csY27" fmla="*/ 1931879 h 3583892"/>
              <a:gd name="csX28" fmla="*/ 4642834 w 4926169"/>
              <a:gd name="csY28" fmla="*/ 1893243 h 3583892"/>
              <a:gd name="csX29" fmla="*/ 4694350 w 4926169"/>
              <a:gd name="csY29" fmla="*/ 1931879 h 3583892"/>
              <a:gd name="csX30" fmla="*/ 4765183 w 4926169"/>
              <a:gd name="csY30" fmla="*/ 1893243 h 3583892"/>
              <a:gd name="csX31" fmla="*/ 4829578 w 4926169"/>
              <a:gd name="csY31" fmla="*/ 1925440 h 3583892"/>
              <a:gd name="csX32" fmla="*/ 4926169 w 4926169"/>
              <a:gd name="csY32" fmla="*/ 1893243 h 3583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4926169" h="3583892">
                <a:moveTo>
                  <a:pt x="0" y="1436043"/>
                </a:moveTo>
                <a:cubicBezTo>
                  <a:pt x="121276" y="2040813"/>
                  <a:pt x="242552" y="2645584"/>
                  <a:pt x="379927" y="2601581"/>
                </a:cubicBezTo>
                <a:cubicBezTo>
                  <a:pt x="517302" y="2557578"/>
                  <a:pt x="683654" y="1161294"/>
                  <a:pt x="824248" y="1172026"/>
                </a:cubicBezTo>
                <a:cubicBezTo>
                  <a:pt x="964842" y="1182758"/>
                  <a:pt x="1094704" y="2684220"/>
                  <a:pt x="1223493" y="2665975"/>
                </a:cubicBezTo>
                <a:cubicBezTo>
                  <a:pt x="1352282" y="2647730"/>
                  <a:pt x="1474632" y="1032504"/>
                  <a:pt x="1596981" y="1062555"/>
                </a:cubicBezTo>
                <a:cubicBezTo>
                  <a:pt x="1719330" y="1092606"/>
                  <a:pt x="1842753" y="2874183"/>
                  <a:pt x="1957589" y="2846279"/>
                </a:cubicBezTo>
                <a:cubicBezTo>
                  <a:pt x="2072425" y="2818375"/>
                  <a:pt x="2181896" y="859713"/>
                  <a:pt x="2286000" y="895130"/>
                </a:cubicBezTo>
                <a:cubicBezTo>
                  <a:pt x="2390104" y="930547"/>
                  <a:pt x="2489915" y="3104930"/>
                  <a:pt x="2582214" y="3058781"/>
                </a:cubicBezTo>
                <a:cubicBezTo>
                  <a:pt x="2674513" y="3012632"/>
                  <a:pt x="2758226" y="580671"/>
                  <a:pt x="2839792" y="618234"/>
                </a:cubicBezTo>
                <a:cubicBezTo>
                  <a:pt x="2921358" y="655797"/>
                  <a:pt x="3002925" y="3331384"/>
                  <a:pt x="3071612" y="3284161"/>
                </a:cubicBezTo>
                <a:cubicBezTo>
                  <a:pt x="3140299" y="3236939"/>
                  <a:pt x="3195034" y="300555"/>
                  <a:pt x="3251916" y="334899"/>
                </a:cubicBezTo>
                <a:cubicBezTo>
                  <a:pt x="3308798" y="369243"/>
                  <a:pt x="3366753" y="3546031"/>
                  <a:pt x="3412902" y="3490223"/>
                </a:cubicBezTo>
                <a:cubicBezTo>
                  <a:pt x="3459051" y="3434415"/>
                  <a:pt x="3493395" y="-14977"/>
                  <a:pt x="3528812" y="48"/>
                </a:cubicBezTo>
                <a:cubicBezTo>
                  <a:pt x="3564229" y="15073"/>
                  <a:pt x="3599645" y="3463392"/>
                  <a:pt x="3625403" y="3580375"/>
                </a:cubicBezTo>
                <a:cubicBezTo>
                  <a:pt x="3651161" y="3697358"/>
                  <a:pt x="3661893" y="858640"/>
                  <a:pt x="3683358" y="701947"/>
                </a:cubicBezTo>
                <a:cubicBezTo>
                  <a:pt x="3704823" y="545254"/>
                  <a:pt x="3728434" y="2493183"/>
                  <a:pt x="3754192" y="2640217"/>
                </a:cubicBezTo>
                <a:cubicBezTo>
                  <a:pt x="3779950" y="2787251"/>
                  <a:pt x="3814293" y="1672156"/>
                  <a:pt x="3837904" y="1584150"/>
                </a:cubicBezTo>
                <a:cubicBezTo>
                  <a:pt x="3861515" y="1496144"/>
                  <a:pt x="3877614" y="2077840"/>
                  <a:pt x="3895859" y="2112184"/>
                </a:cubicBezTo>
                <a:cubicBezTo>
                  <a:pt x="3914104" y="2146528"/>
                  <a:pt x="3925910" y="1808457"/>
                  <a:pt x="3947375" y="1790212"/>
                </a:cubicBezTo>
                <a:cubicBezTo>
                  <a:pt x="3968840" y="1771967"/>
                  <a:pt x="4002110" y="1989834"/>
                  <a:pt x="4024648" y="2002713"/>
                </a:cubicBezTo>
                <a:cubicBezTo>
                  <a:pt x="4047186" y="2015592"/>
                  <a:pt x="4061138" y="1872851"/>
                  <a:pt x="4082603" y="1867485"/>
                </a:cubicBezTo>
                <a:cubicBezTo>
                  <a:pt x="4104068" y="1862119"/>
                  <a:pt x="4130899" y="1964077"/>
                  <a:pt x="4153437" y="1970516"/>
                </a:cubicBezTo>
                <a:cubicBezTo>
                  <a:pt x="4175975" y="1976955"/>
                  <a:pt x="4194220" y="1910415"/>
                  <a:pt x="4217831" y="1906122"/>
                </a:cubicBezTo>
                <a:cubicBezTo>
                  <a:pt x="4241442" y="1901829"/>
                  <a:pt x="4272566" y="1944758"/>
                  <a:pt x="4295104" y="1944758"/>
                </a:cubicBezTo>
                <a:cubicBezTo>
                  <a:pt x="4317642" y="1944758"/>
                  <a:pt x="4328374" y="1906122"/>
                  <a:pt x="4353059" y="1906122"/>
                </a:cubicBezTo>
                <a:cubicBezTo>
                  <a:pt x="4377744" y="1906122"/>
                  <a:pt x="4418528" y="1943685"/>
                  <a:pt x="4443212" y="1944758"/>
                </a:cubicBezTo>
                <a:cubicBezTo>
                  <a:pt x="4467896" y="1945831"/>
                  <a:pt x="4478628" y="1914707"/>
                  <a:pt x="4501166" y="1912561"/>
                </a:cubicBezTo>
                <a:cubicBezTo>
                  <a:pt x="4523704" y="1910415"/>
                  <a:pt x="4554829" y="1935099"/>
                  <a:pt x="4578440" y="1931879"/>
                </a:cubicBezTo>
                <a:cubicBezTo>
                  <a:pt x="4602051" y="1928659"/>
                  <a:pt x="4623516" y="1893243"/>
                  <a:pt x="4642834" y="1893243"/>
                </a:cubicBezTo>
                <a:cubicBezTo>
                  <a:pt x="4662152" y="1893243"/>
                  <a:pt x="4673959" y="1931879"/>
                  <a:pt x="4694350" y="1931879"/>
                </a:cubicBezTo>
                <a:cubicBezTo>
                  <a:pt x="4714741" y="1931879"/>
                  <a:pt x="4742645" y="1894316"/>
                  <a:pt x="4765183" y="1893243"/>
                </a:cubicBezTo>
                <a:cubicBezTo>
                  <a:pt x="4787721" y="1892170"/>
                  <a:pt x="4802747" y="1925440"/>
                  <a:pt x="4829578" y="1925440"/>
                </a:cubicBezTo>
                <a:cubicBezTo>
                  <a:pt x="4856409" y="1925440"/>
                  <a:pt x="4891289" y="1909341"/>
                  <a:pt x="4926169" y="1893243"/>
                </a:cubicBezTo>
              </a:path>
            </a:pathLst>
          </a:custGeom>
          <a:noFill/>
          <a:ln w="57150" cap="sq">
            <a:gradFill flip="none" rotWithShape="1">
              <a:gsLst>
                <a:gs pos="30000">
                  <a:schemeClr val="bg1"/>
                </a:gs>
                <a:gs pos="0">
                  <a:srgbClr val="00B050"/>
                </a:gs>
                <a:gs pos="92000">
                  <a:schemeClr val="bg1"/>
                </a:gs>
                <a:gs pos="100000">
                  <a:srgbClr val="00B050"/>
                </a:gs>
              </a:gsLst>
              <a:lin ang="0" scaled="1"/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32698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11</Words>
  <Application>Microsoft Office PowerPoint</Application>
  <PresentationFormat>ワイド画面</PresentationFormat>
  <Paragraphs>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Cambria Math</vt:lpstr>
      <vt:lpstr>PT Mono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Tatsuki Washimi</dc:creator>
  <cp:lastModifiedBy>Tatsuki Washimi</cp:lastModifiedBy>
  <cp:revision>1</cp:revision>
  <dcterms:created xsi:type="dcterms:W3CDTF">2026-04-20T03:24:01Z</dcterms:created>
  <dcterms:modified xsi:type="dcterms:W3CDTF">2026-04-20T05:53:23Z</dcterms:modified>
</cp:coreProperties>
</file>